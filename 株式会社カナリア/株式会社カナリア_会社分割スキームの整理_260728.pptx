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48" r:id="rId1"/>
  </p:sldMasterIdLst>
  <p:notesMasterIdLst>
    <p:notesMasterId r:id="rId12"/>
  </p:notesMasterIdLst>
  <p:sldIdLst>
    <p:sldId id="267" r:id="rId2"/>
    <p:sldId id="269" r:id="rId6"/>
    <p:sldId id="270" r:id="rId7"/>
    <p:sldId id="271" r:id="rId8"/>
  </p:sldIdLst>
  <p:sldSz cx="9144000" cy="6858000" type="screen4x3"/>
  <p:notesSz cx="6794500" cy="9931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15:clr>
            <a:srgbClr val="A4A3A4"/>
          </p15:clr>
        </p15:guide>
        <p15:guide id="2" pos="544">
          <p15:clr>
            <a:srgbClr val="A4A3A4"/>
          </p15:clr>
        </p15:guide>
        <p15:guide id="3" pos="4830">
          <p15:clr>
            <a:srgbClr val="A4A3A4"/>
          </p15:clr>
        </p15:guide>
        <p15:guide id="4" orient="horz" pos="3634">
          <p15:clr>
            <a:srgbClr val="A4A3A4"/>
          </p15:clr>
        </p15:guide>
        <p15:guide id="5" pos="4014">
          <p15:clr>
            <a:srgbClr val="A4A3A4"/>
          </p15:clr>
        </p15:guide>
        <p15:guide id="6" pos="1882">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8" roundtripDataSignature="AMtx7mjiAUO8oj/B8Y2YCkMKoHUmkZ4y+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F7C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A6B9113-0DA6-4419-ABC6-697280B0F4CE}">
  <a:tblStyle styleId="{FA6B9113-0DA6-4419-ABC6-697280B0F4CE}"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1172" y="44"/>
      </p:cViewPr>
      <p:guideLst>
        <p:guide orient="horz"/>
        <p:guide pos="544"/>
        <p:guide pos="4830"/>
        <p:guide orient="horz" pos="3634"/>
        <p:guide pos="4014"/>
        <p:guide pos="188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2" Type="http://schemas.openxmlformats.org/officeDocument/2006/relationships/notesMaster" Target="notesMasters/notesMaster1.xml"/><Relationship Id="rId18" Type="http://customschemas.google.com/relationships/presentationmetadata" Target="metadata"/><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1" y="0"/>
            <a:ext cx="2944072" cy="496491"/>
          </a:xfrm>
          <a:prstGeom prst="rect">
            <a:avLst/>
          </a:prstGeom>
          <a:noFill/>
          <a:ln>
            <a:noFill/>
          </a:ln>
        </p:spPr>
        <p:txBody>
          <a:bodyPr spcFirstLastPara="1" wrap="square" lIns="91281" tIns="45641" rIns="91281" bIns="45641"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200" b="0" i="0" u="none" strike="noStrike" cap="none">
                <a:solidFill>
                  <a:schemeClr val="dk2"/>
                </a:solidFill>
                <a:latin typeface="Arial"/>
                <a:ea typeface="Arial"/>
                <a:cs typeface="Arial"/>
                <a:sym typeface="Arial"/>
              </a:defRPr>
            </a:lvl2pPr>
            <a:lvl3pPr marR="0" lvl="2" algn="l" rtl="0">
              <a:spcBef>
                <a:spcPts val="0"/>
              </a:spcBef>
              <a:spcAft>
                <a:spcPts val="0"/>
              </a:spcAft>
              <a:buSzPts val="1400"/>
              <a:buNone/>
              <a:defRPr sz="1200" b="0" i="0" u="none" strike="noStrike" cap="none">
                <a:solidFill>
                  <a:schemeClr val="dk2"/>
                </a:solidFill>
                <a:latin typeface="Arial"/>
                <a:ea typeface="Arial"/>
                <a:cs typeface="Arial"/>
                <a:sym typeface="Arial"/>
              </a:defRPr>
            </a:lvl3pPr>
            <a:lvl4pPr marR="0" lvl="3" algn="l" rtl="0">
              <a:spcBef>
                <a:spcPts val="0"/>
              </a:spcBef>
              <a:spcAft>
                <a:spcPts val="0"/>
              </a:spcAft>
              <a:buSzPts val="1400"/>
              <a:buNone/>
              <a:defRPr sz="1200" b="0" i="0" u="none" strike="noStrike" cap="none">
                <a:solidFill>
                  <a:schemeClr val="dk2"/>
                </a:solidFill>
                <a:latin typeface="Arial"/>
                <a:ea typeface="Arial"/>
                <a:cs typeface="Arial"/>
                <a:sym typeface="Arial"/>
              </a:defRPr>
            </a:lvl4pPr>
            <a:lvl5pPr marR="0" lvl="4" algn="l" rtl="0">
              <a:spcBef>
                <a:spcPts val="0"/>
              </a:spcBef>
              <a:spcAft>
                <a:spcPts val="0"/>
              </a:spcAft>
              <a:buSzPts val="1400"/>
              <a:buNone/>
              <a:defRPr sz="1200" b="0" i="0" u="none" strike="noStrike" cap="none">
                <a:solidFill>
                  <a:schemeClr val="dk2"/>
                </a:solidFill>
                <a:latin typeface="Arial"/>
                <a:ea typeface="Arial"/>
                <a:cs typeface="Arial"/>
                <a:sym typeface="Arial"/>
              </a:defRPr>
            </a:lvl5pPr>
            <a:lvl6pPr marR="0" lvl="5" algn="l" rtl="0">
              <a:spcBef>
                <a:spcPts val="0"/>
              </a:spcBef>
              <a:spcAft>
                <a:spcPts val="0"/>
              </a:spcAft>
              <a:buSzPts val="1400"/>
              <a:buNone/>
              <a:defRPr sz="1200" b="0" i="0" u="none" strike="noStrike" cap="none">
                <a:solidFill>
                  <a:schemeClr val="dk2"/>
                </a:solidFill>
                <a:latin typeface="Arial"/>
                <a:ea typeface="Arial"/>
                <a:cs typeface="Arial"/>
                <a:sym typeface="Arial"/>
              </a:defRPr>
            </a:lvl6pPr>
            <a:lvl7pPr marR="0" lvl="6" algn="l" rtl="0">
              <a:spcBef>
                <a:spcPts val="0"/>
              </a:spcBef>
              <a:spcAft>
                <a:spcPts val="0"/>
              </a:spcAft>
              <a:buSzPts val="1400"/>
              <a:buNone/>
              <a:defRPr sz="1200" b="0" i="0" u="none" strike="noStrike" cap="none">
                <a:solidFill>
                  <a:schemeClr val="dk2"/>
                </a:solidFill>
                <a:latin typeface="Arial"/>
                <a:ea typeface="Arial"/>
                <a:cs typeface="Arial"/>
                <a:sym typeface="Arial"/>
              </a:defRPr>
            </a:lvl7pPr>
            <a:lvl8pPr marR="0" lvl="7" algn="l" rtl="0">
              <a:spcBef>
                <a:spcPts val="0"/>
              </a:spcBef>
              <a:spcAft>
                <a:spcPts val="0"/>
              </a:spcAft>
              <a:buSzPts val="1400"/>
              <a:buNone/>
              <a:defRPr sz="1200" b="0" i="0" u="none" strike="noStrike" cap="none">
                <a:solidFill>
                  <a:schemeClr val="dk2"/>
                </a:solidFill>
                <a:latin typeface="Arial"/>
                <a:ea typeface="Arial"/>
                <a:cs typeface="Arial"/>
                <a:sym typeface="Arial"/>
              </a:defRPr>
            </a:lvl8pPr>
            <a:lvl9pPr marR="0" lvl="8" algn="l" rtl="0">
              <a:spcBef>
                <a:spcPts val="0"/>
              </a:spcBef>
              <a:spcAft>
                <a:spcPts val="0"/>
              </a:spcAft>
              <a:buSzPts val="1400"/>
              <a:buNone/>
              <a:defRPr sz="1200" b="0" i="0" u="none" strike="noStrike" cap="none">
                <a:solidFill>
                  <a:schemeClr val="dk2"/>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48844" y="0"/>
            <a:ext cx="2944072" cy="496491"/>
          </a:xfrm>
          <a:prstGeom prst="rect">
            <a:avLst/>
          </a:prstGeom>
          <a:noFill/>
          <a:ln>
            <a:noFill/>
          </a:ln>
        </p:spPr>
        <p:txBody>
          <a:bodyPr spcFirstLastPara="1" wrap="square" lIns="91281" tIns="45641" rIns="91281" bIns="45641"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200" b="0" i="0" u="none" strike="noStrike" cap="none">
                <a:solidFill>
                  <a:schemeClr val="dk2"/>
                </a:solidFill>
                <a:latin typeface="Arial"/>
                <a:ea typeface="Arial"/>
                <a:cs typeface="Arial"/>
                <a:sym typeface="Arial"/>
              </a:defRPr>
            </a:lvl2pPr>
            <a:lvl3pPr marR="0" lvl="2" algn="l" rtl="0">
              <a:spcBef>
                <a:spcPts val="0"/>
              </a:spcBef>
              <a:spcAft>
                <a:spcPts val="0"/>
              </a:spcAft>
              <a:buSzPts val="1400"/>
              <a:buNone/>
              <a:defRPr sz="1200" b="0" i="0" u="none" strike="noStrike" cap="none">
                <a:solidFill>
                  <a:schemeClr val="dk2"/>
                </a:solidFill>
                <a:latin typeface="Arial"/>
                <a:ea typeface="Arial"/>
                <a:cs typeface="Arial"/>
                <a:sym typeface="Arial"/>
              </a:defRPr>
            </a:lvl3pPr>
            <a:lvl4pPr marR="0" lvl="3" algn="l" rtl="0">
              <a:spcBef>
                <a:spcPts val="0"/>
              </a:spcBef>
              <a:spcAft>
                <a:spcPts val="0"/>
              </a:spcAft>
              <a:buSzPts val="1400"/>
              <a:buNone/>
              <a:defRPr sz="1200" b="0" i="0" u="none" strike="noStrike" cap="none">
                <a:solidFill>
                  <a:schemeClr val="dk2"/>
                </a:solidFill>
                <a:latin typeface="Arial"/>
                <a:ea typeface="Arial"/>
                <a:cs typeface="Arial"/>
                <a:sym typeface="Arial"/>
              </a:defRPr>
            </a:lvl4pPr>
            <a:lvl5pPr marR="0" lvl="4" algn="l" rtl="0">
              <a:spcBef>
                <a:spcPts val="0"/>
              </a:spcBef>
              <a:spcAft>
                <a:spcPts val="0"/>
              </a:spcAft>
              <a:buSzPts val="1400"/>
              <a:buNone/>
              <a:defRPr sz="1200" b="0" i="0" u="none" strike="noStrike" cap="none">
                <a:solidFill>
                  <a:schemeClr val="dk2"/>
                </a:solidFill>
                <a:latin typeface="Arial"/>
                <a:ea typeface="Arial"/>
                <a:cs typeface="Arial"/>
                <a:sym typeface="Arial"/>
              </a:defRPr>
            </a:lvl5pPr>
            <a:lvl6pPr marR="0" lvl="5" algn="l" rtl="0">
              <a:spcBef>
                <a:spcPts val="0"/>
              </a:spcBef>
              <a:spcAft>
                <a:spcPts val="0"/>
              </a:spcAft>
              <a:buSzPts val="1400"/>
              <a:buNone/>
              <a:defRPr sz="1200" b="0" i="0" u="none" strike="noStrike" cap="none">
                <a:solidFill>
                  <a:schemeClr val="dk2"/>
                </a:solidFill>
                <a:latin typeface="Arial"/>
                <a:ea typeface="Arial"/>
                <a:cs typeface="Arial"/>
                <a:sym typeface="Arial"/>
              </a:defRPr>
            </a:lvl6pPr>
            <a:lvl7pPr marR="0" lvl="6" algn="l" rtl="0">
              <a:spcBef>
                <a:spcPts val="0"/>
              </a:spcBef>
              <a:spcAft>
                <a:spcPts val="0"/>
              </a:spcAft>
              <a:buSzPts val="1400"/>
              <a:buNone/>
              <a:defRPr sz="1200" b="0" i="0" u="none" strike="noStrike" cap="none">
                <a:solidFill>
                  <a:schemeClr val="dk2"/>
                </a:solidFill>
                <a:latin typeface="Arial"/>
                <a:ea typeface="Arial"/>
                <a:cs typeface="Arial"/>
                <a:sym typeface="Arial"/>
              </a:defRPr>
            </a:lvl7pPr>
            <a:lvl8pPr marR="0" lvl="7" algn="l" rtl="0">
              <a:spcBef>
                <a:spcPts val="0"/>
              </a:spcBef>
              <a:spcAft>
                <a:spcPts val="0"/>
              </a:spcAft>
              <a:buSzPts val="1400"/>
              <a:buNone/>
              <a:defRPr sz="1200" b="0" i="0" u="none" strike="noStrike" cap="none">
                <a:solidFill>
                  <a:schemeClr val="dk2"/>
                </a:solidFill>
                <a:latin typeface="Arial"/>
                <a:ea typeface="Arial"/>
                <a:cs typeface="Arial"/>
                <a:sym typeface="Arial"/>
              </a:defRPr>
            </a:lvl8pPr>
            <a:lvl9pPr marR="0" lvl="8" algn="l" rtl="0">
              <a:spcBef>
                <a:spcPts val="0"/>
              </a:spcBef>
              <a:spcAft>
                <a:spcPts val="0"/>
              </a:spcAft>
              <a:buSzPts val="1400"/>
              <a:buNone/>
              <a:defRPr sz="1200" b="0" i="0" u="none" strike="noStrike" cap="none">
                <a:solidFill>
                  <a:schemeClr val="dk2"/>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919163" y="746125"/>
            <a:ext cx="4960937" cy="3722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79768" y="4717455"/>
            <a:ext cx="5434966" cy="4468416"/>
          </a:xfrm>
          <a:prstGeom prst="rect">
            <a:avLst/>
          </a:prstGeom>
          <a:noFill/>
          <a:ln>
            <a:noFill/>
          </a:ln>
        </p:spPr>
        <p:txBody>
          <a:bodyPr spcFirstLastPara="1" wrap="square" lIns="91281" tIns="45641" rIns="91281" bIns="45641"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1" y="9433324"/>
            <a:ext cx="2944072" cy="496490"/>
          </a:xfrm>
          <a:prstGeom prst="rect">
            <a:avLst/>
          </a:prstGeom>
          <a:noFill/>
          <a:ln>
            <a:noFill/>
          </a:ln>
        </p:spPr>
        <p:txBody>
          <a:bodyPr spcFirstLastPara="1" wrap="square" lIns="91281" tIns="45641" rIns="91281" bIns="45641"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200" b="0" i="0" u="none" strike="noStrike" cap="none">
                <a:solidFill>
                  <a:schemeClr val="dk2"/>
                </a:solidFill>
                <a:latin typeface="Arial"/>
                <a:ea typeface="Arial"/>
                <a:cs typeface="Arial"/>
                <a:sym typeface="Arial"/>
              </a:defRPr>
            </a:lvl2pPr>
            <a:lvl3pPr marR="0" lvl="2" algn="l" rtl="0">
              <a:spcBef>
                <a:spcPts val="0"/>
              </a:spcBef>
              <a:spcAft>
                <a:spcPts val="0"/>
              </a:spcAft>
              <a:buSzPts val="1400"/>
              <a:buNone/>
              <a:defRPr sz="1200" b="0" i="0" u="none" strike="noStrike" cap="none">
                <a:solidFill>
                  <a:schemeClr val="dk2"/>
                </a:solidFill>
                <a:latin typeface="Arial"/>
                <a:ea typeface="Arial"/>
                <a:cs typeface="Arial"/>
                <a:sym typeface="Arial"/>
              </a:defRPr>
            </a:lvl3pPr>
            <a:lvl4pPr marR="0" lvl="3" algn="l" rtl="0">
              <a:spcBef>
                <a:spcPts val="0"/>
              </a:spcBef>
              <a:spcAft>
                <a:spcPts val="0"/>
              </a:spcAft>
              <a:buSzPts val="1400"/>
              <a:buNone/>
              <a:defRPr sz="1200" b="0" i="0" u="none" strike="noStrike" cap="none">
                <a:solidFill>
                  <a:schemeClr val="dk2"/>
                </a:solidFill>
                <a:latin typeface="Arial"/>
                <a:ea typeface="Arial"/>
                <a:cs typeface="Arial"/>
                <a:sym typeface="Arial"/>
              </a:defRPr>
            </a:lvl4pPr>
            <a:lvl5pPr marR="0" lvl="4" algn="l" rtl="0">
              <a:spcBef>
                <a:spcPts val="0"/>
              </a:spcBef>
              <a:spcAft>
                <a:spcPts val="0"/>
              </a:spcAft>
              <a:buSzPts val="1400"/>
              <a:buNone/>
              <a:defRPr sz="1200" b="0" i="0" u="none" strike="noStrike" cap="none">
                <a:solidFill>
                  <a:schemeClr val="dk2"/>
                </a:solidFill>
                <a:latin typeface="Arial"/>
                <a:ea typeface="Arial"/>
                <a:cs typeface="Arial"/>
                <a:sym typeface="Arial"/>
              </a:defRPr>
            </a:lvl5pPr>
            <a:lvl6pPr marR="0" lvl="5" algn="l" rtl="0">
              <a:spcBef>
                <a:spcPts val="0"/>
              </a:spcBef>
              <a:spcAft>
                <a:spcPts val="0"/>
              </a:spcAft>
              <a:buSzPts val="1400"/>
              <a:buNone/>
              <a:defRPr sz="1200" b="0" i="0" u="none" strike="noStrike" cap="none">
                <a:solidFill>
                  <a:schemeClr val="dk2"/>
                </a:solidFill>
                <a:latin typeface="Arial"/>
                <a:ea typeface="Arial"/>
                <a:cs typeface="Arial"/>
                <a:sym typeface="Arial"/>
              </a:defRPr>
            </a:lvl6pPr>
            <a:lvl7pPr marR="0" lvl="6" algn="l" rtl="0">
              <a:spcBef>
                <a:spcPts val="0"/>
              </a:spcBef>
              <a:spcAft>
                <a:spcPts val="0"/>
              </a:spcAft>
              <a:buSzPts val="1400"/>
              <a:buNone/>
              <a:defRPr sz="1200" b="0" i="0" u="none" strike="noStrike" cap="none">
                <a:solidFill>
                  <a:schemeClr val="dk2"/>
                </a:solidFill>
                <a:latin typeface="Arial"/>
                <a:ea typeface="Arial"/>
                <a:cs typeface="Arial"/>
                <a:sym typeface="Arial"/>
              </a:defRPr>
            </a:lvl7pPr>
            <a:lvl8pPr marR="0" lvl="7" algn="l" rtl="0">
              <a:spcBef>
                <a:spcPts val="0"/>
              </a:spcBef>
              <a:spcAft>
                <a:spcPts val="0"/>
              </a:spcAft>
              <a:buSzPts val="1400"/>
              <a:buNone/>
              <a:defRPr sz="1200" b="0" i="0" u="none" strike="noStrike" cap="none">
                <a:solidFill>
                  <a:schemeClr val="dk2"/>
                </a:solidFill>
                <a:latin typeface="Arial"/>
                <a:ea typeface="Arial"/>
                <a:cs typeface="Arial"/>
                <a:sym typeface="Arial"/>
              </a:defRPr>
            </a:lvl8pPr>
            <a:lvl9pPr marR="0" lvl="8" algn="l" rtl="0">
              <a:spcBef>
                <a:spcPts val="0"/>
              </a:spcBef>
              <a:spcAft>
                <a:spcPts val="0"/>
              </a:spcAft>
              <a:buSzPts val="1400"/>
              <a:buNone/>
              <a:defRPr sz="1200" b="0" i="0" u="none" strike="noStrike" cap="none">
                <a:solidFill>
                  <a:schemeClr val="dk2"/>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48844" y="9433324"/>
            <a:ext cx="2944072" cy="496490"/>
          </a:xfrm>
          <a:prstGeom prst="rect">
            <a:avLst/>
          </a:prstGeom>
          <a:noFill/>
          <a:ln>
            <a:noFill/>
          </a:ln>
        </p:spPr>
        <p:txBody>
          <a:bodyPr spcFirstLastPara="1" wrap="square" lIns="91281" tIns="45641" rIns="91281" bIns="45641" anchor="b" anchorCtr="0">
            <a:noAutofit/>
          </a:bodyPr>
          <a:lstStyle/>
          <a:p>
            <a:pPr algn="r"/>
            <a:fld id="{00000000-1234-1234-1234-123412341234}" type="slidenum">
              <a:rPr lang="en-US" altLang="ja-JP" sz="1200" smtClean="0">
                <a:solidFill>
                  <a:schemeClr val="dk1"/>
                </a:solidFill>
              </a:rPr>
              <a:pPr algn="r"/>
              <a:t>‹#›</a:t>
            </a:fld>
            <a:endParaRPr lang="en-US" sz="1200">
              <a:solidFill>
                <a:schemeClr val="dk1"/>
              </a:solidFil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F30794D7-C6B7-298A-1083-88537D39770B}"/>
            </a:ext>
          </a:extLst>
        </p:cNvPr>
        <p:cNvGrpSpPr/>
        <p:nvPr/>
      </p:nvGrpSpPr>
      <p:grpSpPr>
        <a:xfrm>
          <a:off x="0" y="0"/>
          <a:ext cx="0" cy="0"/>
          <a:chOff x="0" y="0"/>
          <a:chExt cx="0" cy="0"/>
        </a:xfrm>
      </p:grpSpPr>
      <p:sp>
        <p:nvSpPr>
          <p:cNvPr id="200" name="Google Shape;200;p3:notes">
            <a:extLst>
              <a:ext uri="{FF2B5EF4-FFF2-40B4-BE49-F238E27FC236}">
                <a16:creationId xmlns:a16="http://schemas.microsoft.com/office/drawing/2014/main" id="{7A678E1B-B851-6693-25CD-2B5BB18981A9}"/>
              </a:ext>
            </a:extLst>
          </p:cNvPr>
          <p:cNvSpPr>
            <a:spLocks noGrp="1" noRot="1" noChangeAspect="1"/>
          </p:cNvSpPr>
          <p:nvPr>
            <p:ph type="sldImg" idx="2"/>
          </p:nvPr>
        </p:nvSpPr>
        <p:spPr>
          <a:xfrm>
            <a:off x="919163" y="746125"/>
            <a:ext cx="4960937" cy="3722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01" name="Google Shape;201;p3:notes">
            <a:extLst>
              <a:ext uri="{FF2B5EF4-FFF2-40B4-BE49-F238E27FC236}">
                <a16:creationId xmlns:a16="http://schemas.microsoft.com/office/drawing/2014/main" id="{7049A513-043F-7A01-F208-426E9480AD46}"/>
              </a:ext>
            </a:extLst>
          </p:cNvPr>
          <p:cNvSpPr txBox="1">
            <a:spLocks noGrp="1"/>
          </p:cNvSpPr>
          <p:nvPr>
            <p:ph type="body" idx="1"/>
          </p:nvPr>
        </p:nvSpPr>
        <p:spPr>
          <a:xfrm>
            <a:off x="679768" y="4717455"/>
            <a:ext cx="5434966" cy="4468416"/>
          </a:xfrm>
          <a:prstGeom prst="rect">
            <a:avLst/>
          </a:prstGeom>
          <a:noFill/>
          <a:ln>
            <a:noFill/>
          </a:ln>
        </p:spPr>
        <p:txBody>
          <a:bodyPr spcFirstLastPara="1" wrap="square" lIns="91281" tIns="45641" rIns="91281" bIns="45641" anchor="t" anchorCtr="0">
            <a:noAutofit/>
          </a:bodyPr>
          <a:lstStyle/>
          <a:p>
            <a:pPr marL="0" indent="0">
              <a:spcBef>
                <a:spcPts val="0"/>
              </a:spcBef>
            </a:pPr>
            <a:endParaRPr/>
          </a:p>
        </p:txBody>
      </p:sp>
      <p:sp>
        <p:nvSpPr>
          <p:cNvPr id="202" name="Google Shape;202;p3:notes">
            <a:extLst>
              <a:ext uri="{FF2B5EF4-FFF2-40B4-BE49-F238E27FC236}">
                <a16:creationId xmlns:a16="http://schemas.microsoft.com/office/drawing/2014/main" id="{CEAB1BEA-2002-C474-FE0E-6AC1793A60AD}"/>
              </a:ext>
            </a:extLst>
          </p:cNvPr>
          <p:cNvSpPr txBox="1">
            <a:spLocks noGrp="1"/>
          </p:cNvSpPr>
          <p:nvPr>
            <p:ph type="sldNum" idx="12"/>
          </p:nvPr>
        </p:nvSpPr>
        <p:spPr>
          <a:xfrm>
            <a:off x="3848844" y="9433324"/>
            <a:ext cx="2944072" cy="496490"/>
          </a:xfrm>
          <a:prstGeom prst="rect">
            <a:avLst/>
          </a:prstGeom>
          <a:noFill/>
          <a:ln>
            <a:noFill/>
          </a:ln>
        </p:spPr>
        <p:txBody>
          <a:bodyPr spcFirstLastPara="1" wrap="square" lIns="91281" tIns="45641" rIns="91281" bIns="45641" anchor="b" anchorCtr="0">
            <a:noAutofit/>
          </a:bodyPr>
          <a:lstStyle/>
          <a:p>
            <a:pPr algn="r"/>
            <a:fld id="{00000000-1234-1234-1234-123412341234}" type="slidenum">
              <a:rPr lang="en-US" altLang="ja-JP"/>
              <a:pPr algn="r"/>
              <a:t>4</a:t>
            </a:fld>
            <a:endParaRPr/>
          </a:p>
        </p:txBody>
      </p:sp>
    </p:spTree>
    <p:extLst>
      <p:ext uri="{BB962C8B-B14F-4D97-AF65-F5344CB8AC3E}">
        <p14:creationId xmlns:p14="http://schemas.microsoft.com/office/powerpoint/2010/main" val="8041625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B2F41690-D6A0-65BD-15FF-C385F37FEB5A}"/>
            </a:ext>
          </a:extLst>
        </p:cNvPr>
        <p:cNvGrpSpPr/>
        <p:nvPr/>
      </p:nvGrpSpPr>
      <p:grpSpPr>
        <a:xfrm>
          <a:off x="0" y="0"/>
          <a:ext cx="0" cy="0"/>
          <a:chOff x="0" y="0"/>
          <a:chExt cx="0" cy="0"/>
        </a:xfrm>
      </p:grpSpPr>
      <p:sp>
        <p:nvSpPr>
          <p:cNvPr id="200" name="Google Shape;200;p3:notes">
            <a:extLst>
              <a:ext uri="{FF2B5EF4-FFF2-40B4-BE49-F238E27FC236}">
                <a16:creationId xmlns:a16="http://schemas.microsoft.com/office/drawing/2014/main" id="{B8D33891-959D-819A-AA03-E3D13D3CC229}"/>
              </a:ext>
            </a:extLst>
          </p:cNvPr>
          <p:cNvSpPr>
            <a:spLocks noGrp="1" noRot="1" noChangeAspect="1"/>
          </p:cNvSpPr>
          <p:nvPr>
            <p:ph type="sldImg" idx="2"/>
          </p:nvPr>
        </p:nvSpPr>
        <p:spPr>
          <a:xfrm>
            <a:off x="919163" y="746125"/>
            <a:ext cx="4960937" cy="3722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01" name="Google Shape;201;p3:notes">
            <a:extLst>
              <a:ext uri="{FF2B5EF4-FFF2-40B4-BE49-F238E27FC236}">
                <a16:creationId xmlns:a16="http://schemas.microsoft.com/office/drawing/2014/main" id="{B1D4F4EF-7358-288E-E7B0-E460169833D8}"/>
              </a:ext>
            </a:extLst>
          </p:cNvPr>
          <p:cNvSpPr txBox="1">
            <a:spLocks noGrp="1"/>
          </p:cNvSpPr>
          <p:nvPr>
            <p:ph type="body" idx="1"/>
          </p:nvPr>
        </p:nvSpPr>
        <p:spPr>
          <a:xfrm>
            <a:off x="679768" y="4717455"/>
            <a:ext cx="5434966" cy="4468416"/>
          </a:xfrm>
          <a:prstGeom prst="rect">
            <a:avLst/>
          </a:prstGeom>
          <a:noFill/>
          <a:ln>
            <a:noFill/>
          </a:ln>
        </p:spPr>
        <p:txBody>
          <a:bodyPr spcFirstLastPara="1" wrap="square" lIns="91281" tIns="45641" rIns="91281" bIns="45641" anchor="t" anchorCtr="0">
            <a:noAutofit/>
          </a:bodyPr>
          <a:lstStyle/>
          <a:p>
            <a:pPr marL="0" indent="0">
              <a:spcBef>
                <a:spcPts val="0"/>
              </a:spcBef>
            </a:pPr>
            <a:endParaRPr/>
          </a:p>
        </p:txBody>
      </p:sp>
      <p:sp>
        <p:nvSpPr>
          <p:cNvPr id="202" name="Google Shape;202;p3:notes">
            <a:extLst>
              <a:ext uri="{FF2B5EF4-FFF2-40B4-BE49-F238E27FC236}">
                <a16:creationId xmlns:a16="http://schemas.microsoft.com/office/drawing/2014/main" id="{62F2E315-2F52-4109-EFFF-D27625E50661}"/>
              </a:ext>
            </a:extLst>
          </p:cNvPr>
          <p:cNvSpPr txBox="1">
            <a:spLocks noGrp="1"/>
          </p:cNvSpPr>
          <p:nvPr>
            <p:ph type="sldNum" idx="12"/>
          </p:nvPr>
        </p:nvSpPr>
        <p:spPr>
          <a:xfrm>
            <a:off x="3848844" y="9433324"/>
            <a:ext cx="2944072" cy="496490"/>
          </a:xfrm>
          <a:prstGeom prst="rect">
            <a:avLst/>
          </a:prstGeom>
          <a:noFill/>
          <a:ln>
            <a:noFill/>
          </a:ln>
        </p:spPr>
        <p:txBody>
          <a:bodyPr spcFirstLastPara="1" wrap="square" lIns="91281" tIns="45641" rIns="91281" bIns="45641" anchor="b" anchorCtr="0">
            <a:noAutofit/>
          </a:bodyPr>
          <a:lstStyle/>
          <a:p>
            <a:pPr algn="r"/>
            <a:fld id="{00000000-1234-1234-1234-123412341234}" type="slidenum">
              <a:rPr lang="en-US" altLang="ja-JP"/>
              <a:pPr algn="r"/>
              <a:t>5</a:t>
            </a:fld>
            <a:endParaRPr/>
          </a:p>
        </p:txBody>
      </p:sp>
    </p:spTree>
    <p:extLst>
      <p:ext uri="{BB962C8B-B14F-4D97-AF65-F5344CB8AC3E}">
        <p14:creationId xmlns:p14="http://schemas.microsoft.com/office/powerpoint/2010/main" val="26021341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EBAF5E89-3BFC-A5DB-7B0E-009C3733E999}"/>
            </a:ext>
          </a:extLst>
        </p:cNvPr>
        <p:cNvGrpSpPr/>
        <p:nvPr/>
      </p:nvGrpSpPr>
      <p:grpSpPr>
        <a:xfrm>
          <a:off x="0" y="0"/>
          <a:ext cx="0" cy="0"/>
          <a:chOff x="0" y="0"/>
          <a:chExt cx="0" cy="0"/>
        </a:xfrm>
      </p:grpSpPr>
      <p:sp>
        <p:nvSpPr>
          <p:cNvPr id="200" name="Google Shape;200;p3:notes">
            <a:extLst>
              <a:ext uri="{FF2B5EF4-FFF2-40B4-BE49-F238E27FC236}">
                <a16:creationId xmlns:a16="http://schemas.microsoft.com/office/drawing/2014/main" id="{0916B331-ECF9-6131-294B-26851A4288C1}"/>
              </a:ext>
            </a:extLst>
          </p:cNvPr>
          <p:cNvSpPr>
            <a:spLocks noGrp="1" noRot="1" noChangeAspect="1"/>
          </p:cNvSpPr>
          <p:nvPr>
            <p:ph type="sldImg" idx="2"/>
          </p:nvPr>
        </p:nvSpPr>
        <p:spPr>
          <a:xfrm>
            <a:off x="919163" y="746125"/>
            <a:ext cx="4960937" cy="37226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201" name="Google Shape;201;p3:notes">
            <a:extLst>
              <a:ext uri="{FF2B5EF4-FFF2-40B4-BE49-F238E27FC236}">
                <a16:creationId xmlns:a16="http://schemas.microsoft.com/office/drawing/2014/main" id="{C12094A0-AD5D-1815-3706-214D1EA914C3}"/>
              </a:ext>
            </a:extLst>
          </p:cNvPr>
          <p:cNvSpPr txBox="1">
            <a:spLocks noGrp="1"/>
          </p:cNvSpPr>
          <p:nvPr>
            <p:ph type="body" idx="1"/>
          </p:nvPr>
        </p:nvSpPr>
        <p:spPr>
          <a:xfrm>
            <a:off x="679768" y="4717455"/>
            <a:ext cx="5434966" cy="4468416"/>
          </a:xfrm>
          <a:prstGeom prst="rect">
            <a:avLst/>
          </a:prstGeom>
          <a:noFill/>
          <a:ln>
            <a:noFill/>
          </a:ln>
        </p:spPr>
        <p:txBody>
          <a:bodyPr spcFirstLastPara="1" wrap="square" lIns="91281" tIns="45641" rIns="91281" bIns="45641" anchor="t" anchorCtr="0">
            <a:noAutofit/>
          </a:bodyPr>
          <a:lstStyle/>
          <a:p>
            <a:pPr marL="0" indent="0">
              <a:spcBef>
                <a:spcPts val="0"/>
              </a:spcBef>
            </a:pPr>
            <a:endParaRPr dirty="0"/>
          </a:p>
        </p:txBody>
      </p:sp>
      <p:sp>
        <p:nvSpPr>
          <p:cNvPr id="202" name="Google Shape;202;p3:notes">
            <a:extLst>
              <a:ext uri="{FF2B5EF4-FFF2-40B4-BE49-F238E27FC236}">
                <a16:creationId xmlns:a16="http://schemas.microsoft.com/office/drawing/2014/main" id="{826AF828-DEA4-C177-0C53-009758A744C0}"/>
              </a:ext>
            </a:extLst>
          </p:cNvPr>
          <p:cNvSpPr txBox="1">
            <a:spLocks noGrp="1"/>
          </p:cNvSpPr>
          <p:nvPr>
            <p:ph type="sldNum" idx="12"/>
          </p:nvPr>
        </p:nvSpPr>
        <p:spPr>
          <a:xfrm>
            <a:off x="3848844" y="9433324"/>
            <a:ext cx="2944072" cy="496490"/>
          </a:xfrm>
          <a:prstGeom prst="rect">
            <a:avLst/>
          </a:prstGeom>
          <a:noFill/>
          <a:ln>
            <a:noFill/>
          </a:ln>
        </p:spPr>
        <p:txBody>
          <a:bodyPr spcFirstLastPara="1" wrap="square" lIns="91281" tIns="45641" rIns="91281" bIns="45641" anchor="b" anchorCtr="0">
            <a:noAutofit/>
          </a:bodyPr>
          <a:lstStyle/>
          <a:p>
            <a:pPr algn="r"/>
            <a:fld id="{00000000-1234-1234-1234-123412341234}" type="slidenum">
              <a:rPr lang="en-US" altLang="ja-JP"/>
              <a:pPr algn="r"/>
              <a:t>6</a:t>
            </a:fld>
            <a:endParaRPr/>
          </a:p>
        </p:txBody>
      </p:sp>
    </p:spTree>
    <p:extLst>
      <p:ext uri="{BB962C8B-B14F-4D97-AF65-F5344CB8AC3E}">
        <p14:creationId xmlns:p14="http://schemas.microsoft.com/office/powerpoint/2010/main" val="18007200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microsoft.com/office/2007/relationships/hdphoto" Target="../media/hdphoto1.wdp"/><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628650" y="1825625"/>
            <a:ext cx="78867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A8C01E1-DC73-47CA-8AB3-0AF12820F4D0}" type="datetime1">
              <a:rPr kumimoji="1" lang="ja-JP" altLang="en-US" smtClean="0"/>
              <a:pPr/>
              <a:t>2026/7/15</a:t>
            </a:fld>
            <a:endParaRPr kumimoji="1" lang="ja-JP" altLang="en-US"/>
          </a:p>
        </p:txBody>
      </p:sp>
      <p:sp>
        <p:nvSpPr>
          <p:cNvPr id="5" name="Footer Placeholder 4"/>
          <p:cNvSpPr>
            <a:spLocks noGrp="1"/>
          </p:cNvSpPr>
          <p:nvPr>
            <p:ph type="ftr" sz="quarter" idx="11"/>
          </p:nvPr>
        </p:nvSpPr>
        <p:spPr>
          <a:xfrm>
            <a:off x="3028950" y="6356351"/>
            <a:ext cx="3086100" cy="365125"/>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kumimoji="1" lang="ja-JP" alt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1532FAFD-9931-440E-831C-5FB57402A186}" type="slidenum">
              <a:rPr kumimoji="1" lang="ja-JP" altLang="en-US" smtClean="0"/>
              <a:pPr/>
              <a:t>‹#›</a:t>
            </a:fld>
            <a:endParaRPr kumimoji="1" lang="ja-JP" altLang="en-US"/>
          </a:p>
        </p:txBody>
      </p:sp>
      <p:sp>
        <p:nvSpPr>
          <p:cNvPr id="7" name="正方形/長方形 6">
            <a:extLst>
              <a:ext uri="{FF2B5EF4-FFF2-40B4-BE49-F238E27FC236}">
                <a16:creationId xmlns:a16="http://schemas.microsoft.com/office/drawing/2014/main" id="{53A5FD5A-0BDD-4A81-9722-D58D9DC7A6CB}"/>
              </a:ext>
            </a:extLst>
          </p:cNvPr>
          <p:cNvSpPr/>
          <p:nvPr userDrawn="1"/>
        </p:nvSpPr>
        <p:spPr bwMode="gray">
          <a:xfrm>
            <a:off x="-908" y="6095965"/>
            <a:ext cx="9149670" cy="77041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chorCtr="0"/>
          <a:lstStyle/>
          <a:p>
            <a:pPr algn="r">
              <a:lnSpc>
                <a:spcPts val="900"/>
              </a:lnSpc>
            </a:pPr>
            <a:endParaRPr kumimoji="1" lang="ja-JP" altLang="en-US" sz="950" dirty="0">
              <a:solidFill>
                <a:srgbClr val="404E0A"/>
              </a:solidFill>
              <a:latin typeface="Arial" panose="020B0604020202020204" pitchFamily="34" charset="0"/>
              <a:ea typeface="Meiryo UI"/>
              <a:cs typeface="Arial" panose="020B0604020202020204" pitchFamily="34" charset="0"/>
            </a:endParaRPr>
          </a:p>
        </p:txBody>
      </p:sp>
      <p:pic>
        <p:nvPicPr>
          <p:cNvPr id="8" name="図 7">
            <a:extLst>
              <a:ext uri="{FF2B5EF4-FFF2-40B4-BE49-F238E27FC236}">
                <a16:creationId xmlns:a16="http://schemas.microsoft.com/office/drawing/2014/main" id="{BE0725ED-E3D5-40AF-86AE-6DF05682A332}"/>
              </a:ext>
            </a:extLst>
          </p:cNvPr>
          <p:cNvPicPr>
            <a:picLocks noChangeAspect="1"/>
          </p:cNvPicPr>
          <p:nvPr userDrawn="1"/>
        </p:nvPicPr>
        <p:blipFill>
          <a:blip r:embed="rId2" cstate="print">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tretch>
            <a:fillRect/>
          </a:stretch>
        </p:blipFill>
        <p:spPr bwMode="gray">
          <a:xfrm>
            <a:off x="-1587" y="-2704"/>
            <a:ext cx="9144000" cy="6096000"/>
          </a:xfrm>
          <a:prstGeom prst="rect">
            <a:avLst/>
          </a:prstGeom>
        </p:spPr>
      </p:pic>
      <p:sp>
        <p:nvSpPr>
          <p:cNvPr id="9" name="フリーフォーム 14">
            <a:extLst>
              <a:ext uri="{FF2B5EF4-FFF2-40B4-BE49-F238E27FC236}">
                <a16:creationId xmlns:a16="http://schemas.microsoft.com/office/drawing/2014/main" id="{777E065D-7ABE-4B71-94D8-7961F25F23F3}"/>
              </a:ext>
            </a:extLst>
          </p:cNvPr>
          <p:cNvSpPr/>
          <p:nvPr userDrawn="1"/>
        </p:nvSpPr>
        <p:spPr bwMode="gray">
          <a:xfrm>
            <a:off x="-3" y="3288845"/>
            <a:ext cx="9149444" cy="3566886"/>
          </a:xfrm>
          <a:custGeom>
            <a:avLst/>
            <a:gdLst>
              <a:gd name="connsiteX0" fmla="*/ 0 w 9144000"/>
              <a:gd name="connsiteY0" fmla="*/ 0 h 5167086"/>
              <a:gd name="connsiteX1" fmla="*/ 9144000 w 9144000"/>
              <a:gd name="connsiteY1" fmla="*/ 3454400 h 5167086"/>
              <a:gd name="connsiteX2" fmla="*/ 9144000 w 9144000"/>
              <a:gd name="connsiteY2" fmla="*/ 5167086 h 5167086"/>
              <a:gd name="connsiteX3" fmla="*/ 14514 w 9144000"/>
              <a:gd name="connsiteY3" fmla="*/ 5167086 h 5167086"/>
              <a:gd name="connsiteX4" fmla="*/ 0 w 9144000"/>
              <a:gd name="connsiteY4" fmla="*/ 0 h 5167086"/>
              <a:gd name="connsiteX0" fmla="*/ 4550241 w 9129486"/>
              <a:gd name="connsiteY0" fmla="*/ 0 h 3439886"/>
              <a:gd name="connsiteX1" fmla="*/ 9129486 w 9129486"/>
              <a:gd name="connsiteY1" fmla="*/ 1727200 h 3439886"/>
              <a:gd name="connsiteX2" fmla="*/ 9129486 w 9129486"/>
              <a:gd name="connsiteY2" fmla="*/ 3439886 h 3439886"/>
              <a:gd name="connsiteX3" fmla="*/ 0 w 9129486"/>
              <a:gd name="connsiteY3" fmla="*/ 3439886 h 3439886"/>
              <a:gd name="connsiteX4" fmla="*/ 4550241 w 9129486"/>
              <a:gd name="connsiteY4" fmla="*/ 0 h 3439886"/>
              <a:gd name="connsiteX0" fmla="*/ 4550241 w 9129486"/>
              <a:gd name="connsiteY0" fmla="*/ 0 h 3439886"/>
              <a:gd name="connsiteX1" fmla="*/ 9129486 w 9129486"/>
              <a:gd name="connsiteY1" fmla="*/ 1727200 h 3439886"/>
              <a:gd name="connsiteX2" fmla="*/ 9129486 w 9129486"/>
              <a:gd name="connsiteY2" fmla="*/ 3439886 h 3439886"/>
              <a:gd name="connsiteX3" fmla="*/ 0 w 9129486"/>
              <a:gd name="connsiteY3" fmla="*/ 3439886 h 3439886"/>
              <a:gd name="connsiteX4" fmla="*/ 1394763 w 9129486"/>
              <a:gd name="connsiteY4" fmla="*/ 2416629 h 3439886"/>
              <a:gd name="connsiteX5" fmla="*/ 4550241 w 9129486"/>
              <a:gd name="connsiteY5" fmla="*/ 0 h 3439886"/>
              <a:gd name="connsiteX0" fmla="*/ 4550264 w 9129509"/>
              <a:gd name="connsiteY0" fmla="*/ 0 h 3439886"/>
              <a:gd name="connsiteX1" fmla="*/ 9129509 w 9129509"/>
              <a:gd name="connsiteY1" fmla="*/ 1727200 h 3439886"/>
              <a:gd name="connsiteX2" fmla="*/ 9129509 w 9129509"/>
              <a:gd name="connsiteY2" fmla="*/ 3439886 h 3439886"/>
              <a:gd name="connsiteX3" fmla="*/ 23 w 9129509"/>
              <a:gd name="connsiteY3" fmla="*/ 3439886 h 3439886"/>
              <a:gd name="connsiteX4" fmla="*/ 0 w 9129509"/>
              <a:gd name="connsiteY4" fmla="*/ 2073729 h 3439886"/>
              <a:gd name="connsiteX5" fmla="*/ 4550264 w 9129509"/>
              <a:gd name="connsiteY5" fmla="*/ 0 h 3439886"/>
              <a:gd name="connsiteX0" fmla="*/ 4195228 w 9129509"/>
              <a:gd name="connsiteY0" fmla="*/ 0 h 3566886"/>
              <a:gd name="connsiteX1" fmla="*/ 9129509 w 9129509"/>
              <a:gd name="connsiteY1" fmla="*/ 1854200 h 3566886"/>
              <a:gd name="connsiteX2" fmla="*/ 9129509 w 9129509"/>
              <a:gd name="connsiteY2" fmla="*/ 3566886 h 3566886"/>
              <a:gd name="connsiteX3" fmla="*/ 23 w 9129509"/>
              <a:gd name="connsiteY3" fmla="*/ 3566886 h 3566886"/>
              <a:gd name="connsiteX4" fmla="*/ 0 w 9129509"/>
              <a:gd name="connsiteY4" fmla="*/ 2200729 h 3566886"/>
              <a:gd name="connsiteX5" fmla="*/ 4195228 w 9129509"/>
              <a:gd name="connsiteY5" fmla="*/ 0 h 3566886"/>
              <a:gd name="connsiteX0" fmla="*/ 4207908 w 9142189"/>
              <a:gd name="connsiteY0" fmla="*/ 0 h 3566886"/>
              <a:gd name="connsiteX1" fmla="*/ 9142189 w 9142189"/>
              <a:gd name="connsiteY1" fmla="*/ 1854200 h 3566886"/>
              <a:gd name="connsiteX2" fmla="*/ 9142189 w 9142189"/>
              <a:gd name="connsiteY2" fmla="*/ 3566886 h 3566886"/>
              <a:gd name="connsiteX3" fmla="*/ 12703 w 9142189"/>
              <a:gd name="connsiteY3" fmla="*/ 3566886 h 3566886"/>
              <a:gd name="connsiteX4" fmla="*/ 0 w 9142189"/>
              <a:gd name="connsiteY4" fmla="*/ 2784929 h 3566886"/>
              <a:gd name="connsiteX5" fmla="*/ 4207908 w 9142189"/>
              <a:gd name="connsiteY5" fmla="*/ 0 h 3566886"/>
              <a:gd name="connsiteX0" fmla="*/ 4207908 w 9142189"/>
              <a:gd name="connsiteY0" fmla="*/ 0 h 3566886"/>
              <a:gd name="connsiteX1" fmla="*/ 9142189 w 9142189"/>
              <a:gd name="connsiteY1" fmla="*/ 1854200 h 3566886"/>
              <a:gd name="connsiteX2" fmla="*/ 9142189 w 9142189"/>
              <a:gd name="connsiteY2" fmla="*/ 3566886 h 3566886"/>
              <a:gd name="connsiteX3" fmla="*/ 6363 w 9142189"/>
              <a:gd name="connsiteY3" fmla="*/ 3563711 h 3566886"/>
              <a:gd name="connsiteX4" fmla="*/ 0 w 9142189"/>
              <a:gd name="connsiteY4" fmla="*/ 2784929 h 3566886"/>
              <a:gd name="connsiteX5" fmla="*/ 4207908 w 9142189"/>
              <a:gd name="connsiteY5" fmla="*/ 0 h 3566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2189" h="3566886">
                <a:moveTo>
                  <a:pt x="4207908" y="0"/>
                </a:moveTo>
                <a:lnTo>
                  <a:pt x="9142189" y="1854200"/>
                </a:lnTo>
                <a:lnTo>
                  <a:pt x="9142189" y="3566886"/>
                </a:lnTo>
                <a:lnTo>
                  <a:pt x="6363" y="3563711"/>
                </a:lnTo>
                <a:cubicBezTo>
                  <a:pt x="6355" y="3108325"/>
                  <a:pt x="8" y="3240315"/>
                  <a:pt x="0" y="2784929"/>
                </a:cubicBezTo>
                <a:lnTo>
                  <a:pt x="4207908" y="0"/>
                </a:lnTo>
                <a:close/>
              </a:path>
            </a:pathLst>
          </a:custGeom>
          <a:solidFill>
            <a:schemeClr val="accent1">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chorCtr="0"/>
          <a:lstStyle/>
          <a:p>
            <a:pPr algn="r">
              <a:lnSpc>
                <a:spcPts val="900"/>
              </a:lnSpc>
            </a:pPr>
            <a:endParaRPr lang="ja-JP" altLang="en-US" sz="950" dirty="0">
              <a:solidFill>
                <a:srgbClr val="404E0A"/>
              </a:solidFill>
              <a:latin typeface="Arial" panose="020B0604020202020204" pitchFamily="34" charset="0"/>
              <a:ea typeface="Meiryo UI"/>
              <a:cs typeface="Arial" panose="020B0604020202020204" pitchFamily="34" charset="0"/>
            </a:endParaRPr>
          </a:p>
        </p:txBody>
      </p:sp>
      <p:sp>
        <p:nvSpPr>
          <p:cNvPr id="10" name="フリーフォーム 15">
            <a:extLst>
              <a:ext uri="{FF2B5EF4-FFF2-40B4-BE49-F238E27FC236}">
                <a16:creationId xmlns:a16="http://schemas.microsoft.com/office/drawing/2014/main" id="{926D8226-CCF4-4B52-89D3-BA412321F7D6}"/>
              </a:ext>
            </a:extLst>
          </p:cNvPr>
          <p:cNvSpPr/>
          <p:nvPr userDrawn="1"/>
        </p:nvSpPr>
        <p:spPr bwMode="gray">
          <a:xfrm>
            <a:off x="-9693" y="1696954"/>
            <a:ext cx="4206240" cy="4388367"/>
          </a:xfrm>
          <a:custGeom>
            <a:avLst/>
            <a:gdLst>
              <a:gd name="connsiteX0" fmla="*/ 4572000 w 4572000"/>
              <a:gd name="connsiteY0" fmla="*/ 1741715 h 5138058"/>
              <a:gd name="connsiteX1" fmla="*/ 0 w 4572000"/>
              <a:gd name="connsiteY1" fmla="*/ 5138058 h 5138058"/>
              <a:gd name="connsiteX2" fmla="*/ 0 w 4572000"/>
              <a:gd name="connsiteY2" fmla="*/ 0 h 5138058"/>
              <a:gd name="connsiteX3" fmla="*/ 4572000 w 4572000"/>
              <a:gd name="connsiteY3" fmla="*/ 1741715 h 5138058"/>
              <a:gd name="connsiteX0" fmla="*/ 4572000 w 4572000"/>
              <a:gd name="connsiteY0" fmla="*/ 1741715 h 5161504"/>
              <a:gd name="connsiteX1" fmla="*/ 0 w 4572000"/>
              <a:gd name="connsiteY1" fmla="*/ 5161504 h 5161504"/>
              <a:gd name="connsiteX2" fmla="*/ 0 w 4572000"/>
              <a:gd name="connsiteY2" fmla="*/ 0 h 5161504"/>
              <a:gd name="connsiteX3" fmla="*/ 4572000 w 4572000"/>
              <a:gd name="connsiteY3" fmla="*/ 1741715 h 5161504"/>
              <a:gd name="connsiteX0" fmla="*/ 4572000 w 4572000"/>
              <a:gd name="connsiteY0" fmla="*/ 1741715 h 5173227"/>
              <a:gd name="connsiteX1" fmla="*/ 0 w 4572000"/>
              <a:gd name="connsiteY1" fmla="*/ 5173227 h 5173227"/>
              <a:gd name="connsiteX2" fmla="*/ 0 w 4572000"/>
              <a:gd name="connsiteY2" fmla="*/ 0 h 5173227"/>
              <a:gd name="connsiteX3" fmla="*/ 4572000 w 4572000"/>
              <a:gd name="connsiteY3" fmla="*/ 1741715 h 5173227"/>
              <a:gd name="connsiteX0" fmla="*/ 4572000 w 4572000"/>
              <a:gd name="connsiteY0" fmla="*/ 1741715 h 3801627"/>
              <a:gd name="connsiteX1" fmla="*/ 0 w 4572000"/>
              <a:gd name="connsiteY1" fmla="*/ 3801627 h 3801627"/>
              <a:gd name="connsiteX2" fmla="*/ 0 w 4572000"/>
              <a:gd name="connsiteY2" fmla="*/ 0 h 3801627"/>
              <a:gd name="connsiteX3" fmla="*/ 4572000 w 4572000"/>
              <a:gd name="connsiteY3" fmla="*/ 1741715 h 3801627"/>
              <a:gd name="connsiteX0" fmla="*/ 4191000 w 4191000"/>
              <a:gd name="connsiteY0" fmla="*/ 1589315 h 3801627"/>
              <a:gd name="connsiteX1" fmla="*/ 0 w 4191000"/>
              <a:gd name="connsiteY1" fmla="*/ 3801627 h 3801627"/>
              <a:gd name="connsiteX2" fmla="*/ 0 w 4191000"/>
              <a:gd name="connsiteY2" fmla="*/ 0 h 3801627"/>
              <a:gd name="connsiteX3" fmla="*/ 4191000 w 4191000"/>
              <a:gd name="connsiteY3" fmla="*/ 1589315 h 3801627"/>
              <a:gd name="connsiteX0" fmla="*/ 4191000 w 4191000"/>
              <a:gd name="connsiteY0" fmla="*/ 1589315 h 4373127"/>
              <a:gd name="connsiteX1" fmla="*/ 0 w 4191000"/>
              <a:gd name="connsiteY1" fmla="*/ 4373127 h 4373127"/>
              <a:gd name="connsiteX2" fmla="*/ 0 w 4191000"/>
              <a:gd name="connsiteY2" fmla="*/ 0 h 4373127"/>
              <a:gd name="connsiteX3" fmla="*/ 4191000 w 4191000"/>
              <a:gd name="connsiteY3" fmla="*/ 1589315 h 4373127"/>
              <a:gd name="connsiteX0" fmla="*/ 4206240 w 4206240"/>
              <a:gd name="connsiteY0" fmla="*/ 1596935 h 4373127"/>
              <a:gd name="connsiteX1" fmla="*/ 0 w 4206240"/>
              <a:gd name="connsiteY1" fmla="*/ 4373127 h 4373127"/>
              <a:gd name="connsiteX2" fmla="*/ 0 w 4206240"/>
              <a:gd name="connsiteY2" fmla="*/ 0 h 4373127"/>
              <a:gd name="connsiteX3" fmla="*/ 4206240 w 4206240"/>
              <a:gd name="connsiteY3" fmla="*/ 1596935 h 4373127"/>
              <a:gd name="connsiteX0" fmla="*/ 4206240 w 4206240"/>
              <a:gd name="connsiteY0" fmla="*/ 1596935 h 4388367"/>
              <a:gd name="connsiteX1" fmla="*/ 0 w 4206240"/>
              <a:gd name="connsiteY1" fmla="*/ 4388367 h 4388367"/>
              <a:gd name="connsiteX2" fmla="*/ 0 w 4206240"/>
              <a:gd name="connsiteY2" fmla="*/ 0 h 4388367"/>
              <a:gd name="connsiteX3" fmla="*/ 4206240 w 4206240"/>
              <a:gd name="connsiteY3" fmla="*/ 1596935 h 4388367"/>
            </a:gdLst>
            <a:ahLst/>
            <a:cxnLst>
              <a:cxn ang="0">
                <a:pos x="connsiteX0" y="connsiteY0"/>
              </a:cxn>
              <a:cxn ang="0">
                <a:pos x="connsiteX1" y="connsiteY1"/>
              </a:cxn>
              <a:cxn ang="0">
                <a:pos x="connsiteX2" y="connsiteY2"/>
              </a:cxn>
              <a:cxn ang="0">
                <a:pos x="connsiteX3" y="connsiteY3"/>
              </a:cxn>
            </a:cxnLst>
            <a:rect l="l" t="t" r="r" b="b"/>
            <a:pathLst>
              <a:path w="4206240" h="4388367">
                <a:moveTo>
                  <a:pt x="4206240" y="1596935"/>
                </a:moveTo>
                <a:lnTo>
                  <a:pt x="0" y="4388367"/>
                </a:lnTo>
                <a:lnTo>
                  <a:pt x="0" y="0"/>
                </a:lnTo>
                <a:lnTo>
                  <a:pt x="4206240" y="1596935"/>
                </a:lnTo>
                <a:close/>
              </a:path>
            </a:pathLst>
          </a:custGeom>
          <a:solidFill>
            <a:schemeClr val="accent1">
              <a:lumMod val="60000"/>
              <a:lumOff val="4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chorCtr="0"/>
          <a:lstStyle/>
          <a:p>
            <a:pPr algn="r">
              <a:lnSpc>
                <a:spcPts val="900"/>
              </a:lnSpc>
            </a:pPr>
            <a:endParaRPr kumimoji="1" lang="ja-JP" altLang="en-US" sz="950" dirty="0">
              <a:solidFill>
                <a:srgbClr val="404E0A"/>
              </a:solidFill>
              <a:latin typeface="Arial" panose="020B0604020202020204" pitchFamily="34" charset="0"/>
              <a:ea typeface="Meiryo UI"/>
              <a:cs typeface="Arial" panose="020B0604020202020204" pitchFamily="34" charset="0"/>
            </a:endParaRPr>
          </a:p>
        </p:txBody>
      </p:sp>
      <p:sp>
        <p:nvSpPr>
          <p:cNvPr id="11" name="フリーフォーム 16">
            <a:extLst>
              <a:ext uri="{FF2B5EF4-FFF2-40B4-BE49-F238E27FC236}">
                <a16:creationId xmlns:a16="http://schemas.microsoft.com/office/drawing/2014/main" id="{11B64292-33AE-44EA-BA23-685311A8C144}"/>
              </a:ext>
            </a:extLst>
          </p:cNvPr>
          <p:cNvSpPr/>
          <p:nvPr userDrawn="1"/>
        </p:nvSpPr>
        <p:spPr bwMode="gray">
          <a:xfrm>
            <a:off x="12698" y="-5518"/>
            <a:ext cx="9110863" cy="3307645"/>
          </a:xfrm>
          <a:custGeom>
            <a:avLst/>
            <a:gdLst>
              <a:gd name="connsiteX0" fmla="*/ 0 w 9173029"/>
              <a:gd name="connsiteY0" fmla="*/ 1712686 h 3439886"/>
              <a:gd name="connsiteX1" fmla="*/ 2235200 w 9173029"/>
              <a:gd name="connsiteY1" fmla="*/ 29029 h 3439886"/>
              <a:gd name="connsiteX2" fmla="*/ 9173029 w 9173029"/>
              <a:gd name="connsiteY2" fmla="*/ 0 h 3439886"/>
              <a:gd name="connsiteX3" fmla="*/ 4601029 w 9173029"/>
              <a:gd name="connsiteY3" fmla="*/ 3439886 h 3439886"/>
              <a:gd name="connsiteX4" fmla="*/ 0 w 9173029"/>
              <a:gd name="connsiteY4" fmla="*/ 1712686 h 3439886"/>
              <a:gd name="connsiteX0" fmla="*/ 0 w 9173029"/>
              <a:gd name="connsiteY0" fmla="*/ 1712686 h 3468914"/>
              <a:gd name="connsiteX1" fmla="*/ 2235200 w 9173029"/>
              <a:gd name="connsiteY1" fmla="*/ 29029 h 3468914"/>
              <a:gd name="connsiteX2" fmla="*/ 9173029 w 9173029"/>
              <a:gd name="connsiteY2" fmla="*/ 0 h 3468914"/>
              <a:gd name="connsiteX3" fmla="*/ 4528458 w 9173029"/>
              <a:gd name="connsiteY3" fmla="*/ 3468914 h 3468914"/>
              <a:gd name="connsiteX4" fmla="*/ 0 w 9173029"/>
              <a:gd name="connsiteY4" fmla="*/ 1712686 h 3468914"/>
              <a:gd name="connsiteX0" fmla="*/ 0 w 9173029"/>
              <a:gd name="connsiteY0" fmla="*/ 1741714 h 3468914"/>
              <a:gd name="connsiteX1" fmla="*/ 2235200 w 9173029"/>
              <a:gd name="connsiteY1" fmla="*/ 29029 h 3468914"/>
              <a:gd name="connsiteX2" fmla="*/ 9173029 w 9173029"/>
              <a:gd name="connsiteY2" fmla="*/ 0 h 3468914"/>
              <a:gd name="connsiteX3" fmla="*/ 4528458 w 9173029"/>
              <a:gd name="connsiteY3" fmla="*/ 3468914 h 3468914"/>
              <a:gd name="connsiteX4" fmla="*/ 0 w 9173029"/>
              <a:gd name="connsiteY4" fmla="*/ 1741714 h 3468914"/>
              <a:gd name="connsiteX0" fmla="*/ 0 w 9173029"/>
              <a:gd name="connsiteY0" fmla="*/ 1741714 h 3468914"/>
              <a:gd name="connsiteX1" fmla="*/ 2235200 w 9173029"/>
              <a:gd name="connsiteY1" fmla="*/ 29029 h 3468914"/>
              <a:gd name="connsiteX2" fmla="*/ 9173029 w 9173029"/>
              <a:gd name="connsiteY2" fmla="*/ 0 h 3468914"/>
              <a:gd name="connsiteX3" fmla="*/ 7762304 w 9173029"/>
              <a:gd name="connsiteY3" fmla="*/ 1017946 h 3468914"/>
              <a:gd name="connsiteX4" fmla="*/ 4528458 w 9173029"/>
              <a:gd name="connsiteY4" fmla="*/ 3468914 h 3468914"/>
              <a:gd name="connsiteX5" fmla="*/ 0 w 9173029"/>
              <a:gd name="connsiteY5" fmla="*/ 1741714 h 3468914"/>
              <a:gd name="connsiteX0" fmla="*/ 0 w 9173029"/>
              <a:gd name="connsiteY0" fmla="*/ 1741714 h 3468914"/>
              <a:gd name="connsiteX1" fmla="*/ 2235200 w 9173029"/>
              <a:gd name="connsiteY1" fmla="*/ 29029 h 3468914"/>
              <a:gd name="connsiteX2" fmla="*/ 9173029 w 9173029"/>
              <a:gd name="connsiteY2" fmla="*/ 0 h 3468914"/>
              <a:gd name="connsiteX3" fmla="*/ 9108504 w 9173029"/>
              <a:gd name="connsiteY3" fmla="*/ 1386246 h 3468914"/>
              <a:gd name="connsiteX4" fmla="*/ 4528458 w 9173029"/>
              <a:gd name="connsiteY4" fmla="*/ 3468914 h 3468914"/>
              <a:gd name="connsiteX5" fmla="*/ 0 w 9173029"/>
              <a:gd name="connsiteY5" fmla="*/ 1741714 h 3468914"/>
              <a:gd name="connsiteX0" fmla="*/ 0 w 9147629"/>
              <a:gd name="connsiteY0" fmla="*/ 1716314 h 3443514"/>
              <a:gd name="connsiteX1" fmla="*/ 2235200 w 9147629"/>
              <a:gd name="connsiteY1" fmla="*/ 3629 h 3443514"/>
              <a:gd name="connsiteX2" fmla="*/ 9147629 w 9147629"/>
              <a:gd name="connsiteY2" fmla="*/ 0 h 3443514"/>
              <a:gd name="connsiteX3" fmla="*/ 9108504 w 9147629"/>
              <a:gd name="connsiteY3" fmla="*/ 1360846 h 3443514"/>
              <a:gd name="connsiteX4" fmla="*/ 4528458 w 9147629"/>
              <a:gd name="connsiteY4" fmla="*/ 3443514 h 3443514"/>
              <a:gd name="connsiteX5" fmla="*/ 0 w 9147629"/>
              <a:gd name="connsiteY5" fmla="*/ 1716314 h 3443514"/>
              <a:gd name="connsiteX0" fmla="*/ 0 w 9147629"/>
              <a:gd name="connsiteY0" fmla="*/ 1716314 h 3443514"/>
              <a:gd name="connsiteX1" fmla="*/ 2235200 w 9147629"/>
              <a:gd name="connsiteY1" fmla="*/ 3629 h 3443514"/>
              <a:gd name="connsiteX2" fmla="*/ 9147629 w 9147629"/>
              <a:gd name="connsiteY2" fmla="*/ 0 h 3443514"/>
              <a:gd name="connsiteX3" fmla="*/ 9133904 w 9147629"/>
              <a:gd name="connsiteY3" fmla="*/ 1360846 h 3443514"/>
              <a:gd name="connsiteX4" fmla="*/ 4528458 w 9147629"/>
              <a:gd name="connsiteY4" fmla="*/ 3443514 h 3443514"/>
              <a:gd name="connsiteX5" fmla="*/ 0 w 9147629"/>
              <a:gd name="connsiteY5" fmla="*/ 1716314 h 3443514"/>
              <a:gd name="connsiteX0" fmla="*/ 0 w 9134929"/>
              <a:gd name="connsiteY0" fmla="*/ 1716314 h 3443514"/>
              <a:gd name="connsiteX1" fmla="*/ 2235200 w 9134929"/>
              <a:gd name="connsiteY1" fmla="*/ 3629 h 3443514"/>
              <a:gd name="connsiteX2" fmla="*/ 9134929 w 9134929"/>
              <a:gd name="connsiteY2" fmla="*/ 0 h 3443514"/>
              <a:gd name="connsiteX3" fmla="*/ 9133904 w 9134929"/>
              <a:gd name="connsiteY3" fmla="*/ 1360846 h 3443514"/>
              <a:gd name="connsiteX4" fmla="*/ 4528458 w 9134929"/>
              <a:gd name="connsiteY4" fmla="*/ 3443514 h 3443514"/>
              <a:gd name="connsiteX5" fmla="*/ 0 w 9134929"/>
              <a:gd name="connsiteY5" fmla="*/ 1716314 h 3443514"/>
              <a:gd name="connsiteX0" fmla="*/ 0 w 9134929"/>
              <a:gd name="connsiteY0" fmla="*/ 1716314 h 3443514"/>
              <a:gd name="connsiteX1" fmla="*/ 3771900 w 9134929"/>
              <a:gd name="connsiteY1" fmla="*/ 16329 h 3443514"/>
              <a:gd name="connsiteX2" fmla="*/ 9134929 w 9134929"/>
              <a:gd name="connsiteY2" fmla="*/ 0 h 3443514"/>
              <a:gd name="connsiteX3" fmla="*/ 9133904 w 9134929"/>
              <a:gd name="connsiteY3" fmla="*/ 1360846 h 3443514"/>
              <a:gd name="connsiteX4" fmla="*/ 4528458 w 9134929"/>
              <a:gd name="connsiteY4" fmla="*/ 3443514 h 3443514"/>
              <a:gd name="connsiteX5" fmla="*/ 0 w 9134929"/>
              <a:gd name="connsiteY5" fmla="*/ 1716314 h 3443514"/>
              <a:gd name="connsiteX0" fmla="*/ 0 w 9134929"/>
              <a:gd name="connsiteY0" fmla="*/ 1716314 h 1716314"/>
              <a:gd name="connsiteX1" fmla="*/ 3771900 w 9134929"/>
              <a:gd name="connsiteY1" fmla="*/ 16329 h 1716314"/>
              <a:gd name="connsiteX2" fmla="*/ 9134929 w 9134929"/>
              <a:gd name="connsiteY2" fmla="*/ 0 h 1716314"/>
              <a:gd name="connsiteX3" fmla="*/ 9133904 w 9134929"/>
              <a:gd name="connsiteY3" fmla="*/ 1360846 h 1716314"/>
              <a:gd name="connsiteX4" fmla="*/ 0 w 9134929"/>
              <a:gd name="connsiteY4" fmla="*/ 1716314 h 1716314"/>
              <a:gd name="connsiteX0" fmla="*/ 0 w 9134929"/>
              <a:gd name="connsiteY0" fmla="*/ 1716314 h 3316646"/>
              <a:gd name="connsiteX1" fmla="*/ 3771900 w 9134929"/>
              <a:gd name="connsiteY1" fmla="*/ 16329 h 3316646"/>
              <a:gd name="connsiteX2" fmla="*/ 9134929 w 9134929"/>
              <a:gd name="connsiteY2" fmla="*/ 0 h 3316646"/>
              <a:gd name="connsiteX3" fmla="*/ 4193604 w 9134929"/>
              <a:gd name="connsiteY3" fmla="*/ 3316646 h 3316646"/>
              <a:gd name="connsiteX4" fmla="*/ 0 w 9134929"/>
              <a:gd name="connsiteY4" fmla="*/ 1716314 h 3316646"/>
              <a:gd name="connsiteX0" fmla="*/ 0 w 9134929"/>
              <a:gd name="connsiteY0" fmla="*/ 1716314 h 3316646"/>
              <a:gd name="connsiteX1" fmla="*/ 3771900 w 9134929"/>
              <a:gd name="connsiteY1" fmla="*/ 16329 h 3316646"/>
              <a:gd name="connsiteX2" fmla="*/ 9134929 w 9134929"/>
              <a:gd name="connsiteY2" fmla="*/ 0 h 3316646"/>
              <a:gd name="connsiteX3" fmla="*/ 4193604 w 9134929"/>
              <a:gd name="connsiteY3" fmla="*/ 3316646 h 3316646"/>
              <a:gd name="connsiteX4" fmla="*/ 0 w 9134929"/>
              <a:gd name="connsiteY4" fmla="*/ 1716314 h 3316646"/>
              <a:gd name="connsiteX0" fmla="*/ 0 w 9134929"/>
              <a:gd name="connsiteY0" fmla="*/ 1716314 h 3316646"/>
              <a:gd name="connsiteX1" fmla="*/ 3771900 w 9134929"/>
              <a:gd name="connsiteY1" fmla="*/ 16329 h 3316646"/>
              <a:gd name="connsiteX2" fmla="*/ 9134929 w 9134929"/>
              <a:gd name="connsiteY2" fmla="*/ 0 h 3316646"/>
              <a:gd name="connsiteX3" fmla="*/ 4193604 w 9134929"/>
              <a:gd name="connsiteY3" fmla="*/ 3316646 h 3316646"/>
              <a:gd name="connsiteX4" fmla="*/ 0 w 9134929"/>
              <a:gd name="connsiteY4" fmla="*/ 1716314 h 3316646"/>
              <a:gd name="connsiteX0" fmla="*/ 0 w 9134929"/>
              <a:gd name="connsiteY0" fmla="*/ 1725385 h 3325717"/>
              <a:gd name="connsiteX1" fmla="*/ 2590800 w 9134929"/>
              <a:gd name="connsiteY1" fmla="*/ 0 h 3325717"/>
              <a:gd name="connsiteX2" fmla="*/ 9134929 w 9134929"/>
              <a:gd name="connsiteY2" fmla="*/ 9071 h 3325717"/>
              <a:gd name="connsiteX3" fmla="*/ 4193604 w 9134929"/>
              <a:gd name="connsiteY3" fmla="*/ 3325717 h 3325717"/>
              <a:gd name="connsiteX4" fmla="*/ 0 w 9134929"/>
              <a:gd name="connsiteY4" fmla="*/ 1725385 h 3325717"/>
              <a:gd name="connsiteX0" fmla="*/ 0 w 9147629"/>
              <a:gd name="connsiteY0" fmla="*/ 1712685 h 3325717"/>
              <a:gd name="connsiteX1" fmla="*/ 2603500 w 9147629"/>
              <a:gd name="connsiteY1" fmla="*/ 0 h 3325717"/>
              <a:gd name="connsiteX2" fmla="*/ 9147629 w 9147629"/>
              <a:gd name="connsiteY2" fmla="*/ 9071 h 3325717"/>
              <a:gd name="connsiteX3" fmla="*/ 4206304 w 9147629"/>
              <a:gd name="connsiteY3" fmla="*/ 3325717 h 3325717"/>
              <a:gd name="connsiteX4" fmla="*/ 0 w 9147629"/>
              <a:gd name="connsiteY4" fmla="*/ 1712685 h 3325717"/>
              <a:gd name="connsiteX0" fmla="*/ 0 w 9155249"/>
              <a:gd name="connsiteY0" fmla="*/ 1720305 h 3325717"/>
              <a:gd name="connsiteX1" fmla="*/ 2611120 w 9155249"/>
              <a:gd name="connsiteY1" fmla="*/ 0 h 3325717"/>
              <a:gd name="connsiteX2" fmla="*/ 9155249 w 9155249"/>
              <a:gd name="connsiteY2" fmla="*/ 9071 h 3325717"/>
              <a:gd name="connsiteX3" fmla="*/ 4213924 w 9155249"/>
              <a:gd name="connsiteY3" fmla="*/ 3325717 h 3325717"/>
              <a:gd name="connsiteX4" fmla="*/ 0 w 9155249"/>
              <a:gd name="connsiteY4" fmla="*/ 1720305 h 3325717"/>
              <a:gd name="connsiteX0" fmla="*/ 0 w 9170489"/>
              <a:gd name="connsiteY0" fmla="*/ 1720305 h 3325717"/>
              <a:gd name="connsiteX1" fmla="*/ 2626360 w 9170489"/>
              <a:gd name="connsiteY1" fmla="*/ 0 h 3325717"/>
              <a:gd name="connsiteX2" fmla="*/ 9170489 w 9170489"/>
              <a:gd name="connsiteY2" fmla="*/ 9071 h 3325717"/>
              <a:gd name="connsiteX3" fmla="*/ 4229164 w 9170489"/>
              <a:gd name="connsiteY3" fmla="*/ 3325717 h 3325717"/>
              <a:gd name="connsiteX4" fmla="*/ 0 w 9170489"/>
              <a:gd name="connsiteY4" fmla="*/ 1720305 h 3325717"/>
              <a:gd name="connsiteX0" fmla="*/ 0 w 9141914"/>
              <a:gd name="connsiteY0" fmla="*/ 1720305 h 3325717"/>
              <a:gd name="connsiteX1" fmla="*/ 2626360 w 9141914"/>
              <a:gd name="connsiteY1" fmla="*/ 0 h 3325717"/>
              <a:gd name="connsiteX2" fmla="*/ 9141914 w 9141914"/>
              <a:gd name="connsiteY2" fmla="*/ 9071 h 3325717"/>
              <a:gd name="connsiteX3" fmla="*/ 4229164 w 9141914"/>
              <a:gd name="connsiteY3" fmla="*/ 3325717 h 3325717"/>
              <a:gd name="connsiteX4" fmla="*/ 0 w 9141914"/>
              <a:gd name="connsiteY4" fmla="*/ 1720305 h 3325717"/>
              <a:gd name="connsiteX0" fmla="*/ 0 w 9141914"/>
              <a:gd name="connsiteY0" fmla="*/ 1730284 h 3335696"/>
              <a:gd name="connsiteX1" fmla="*/ 2626360 w 9141914"/>
              <a:gd name="connsiteY1" fmla="*/ 9979 h 3335696"/>
              <a:gd name="connsiteX2" fmla="*/ 9141914 w 9141914"/>
              <a:gd name="connsiteY2" fmla="*/ 0 h 3335696"/>
              <a:gd name="connsiteX3" fmla="*/ 4229164 w 9141914"/>
              <a:gd name="connsiteY3" fmla="*/ 3335696 h 3335696"/>
              <a:gd name="connsiteX4" fmla="*/ 0 w 9141914"/>
              <a:gd name="connsiteY4" fmla="*/ 1730284 h 3335696"/>
              <a:gd name="connsiteX0" fmla="*/ 0 w 9141914"/>
              <a:gd name="connsiteY0" fmla="*/ 1730284 h 3335696"/>
              <a:gd name="connsiteX1" fmla="*/ 2626361 w 9141914"/>
              <a:gd name="connsiteY1" fmla="*/ 3570 h 3335696"/>
              <a:gd name="connsiteX2" fmla="*/ 9141914 w 9141914"/>
              <a:gd name="connsiteY2" fmla="*/ 0 h 3335696"/>
              <a:gd name="connsiteX3" fmla="*/ 4229164 w 9141914"/>
              <a:gd name="connsiteY3" fmla="*/ 3335696 h 3335696"/>
              <a:gd name="connsiteX4" fmla="*/ 0 w 9141914"/>
              <a:gd name="connsiteY4" fmla="*/ 1730284 h 3335696"/>
              <a:gd name="connsiteX0" fmla="*/ 0 w 9141914"/>
              <a:gd name="connsiteY0" fmla="*/ 1733123 h 3338535"/>
              <a:gd name="connsiteX1" fmla="*/ 2626362 w 9141914"/>
              <a:gd name="connsiteY1" fmla="*/ 0 h 3338535"/>
              <a:gd name="connsiteX2" fmla="*/ 9141914 w 9141914"/>
              <a:gd name="connsiteY2" fmla="*/ 2839 h 3338535"/>
              <a:gd name="connsiteX3" fmla="*/ 4229164 w 9141914"/>
              <a:gd name="connsiteY3" fmla="*/ 3338535 h 3338535"/>
              <a:gd name="connsiteX4" fmla="*/ 0 w 9141914"/>
              <a:gd name="connsiteY4" fmla="*/ 1733123 h 3338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1914" h="3338535">
                <a:moveTo>
                  <a:pt x="0" y="1733123"/>
                </a:moveTo>
                <a:lnTo>
                  <a:pt x="2626362" y="0"/>
                </a:lnTo>
                <a:lnTo>
                  <a:pt x="9141914" y="2839"/>
                </a:lnTo>
                <a:cubicBezTo>
                  <a:pt x="8176372" y="672354"/>
                  <a:pt x="4902606" y="2872220"/>
                  <a:pt x="4229164" y="3338535"/>
                </a:cubicBezTo>
                <a:lnTo>
                  <a:pt x="0" y="1733123"/>
                </a:lnTo>
                <a:close/>
              </a:path>
            </a:pathLst>
          </a:custGeom>
          <a:solidFill>
            <a:schemeClr val="accent5">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nchorCtr="0"/>
          <a:lstStyle/>
          <a:p>
            <a:pPr algn="r">
              <a:lnSpc>
                <a:spcPts val="900"/>
              </a:lnSpc>
            </a:pPr>
            <a:endParaRPr kumimoji="1" lang="ja-JP" altLang="en-US" sz="950" dirty="0">
              <a:solidFill>
                <a:srgbClr val="404E0A"/>
              </a:solidFill>
              <a:latin typeface="Arial" panose="020B0604020202020204" pitchFamily="34" charset="0"/>
              <a:ea typeface="Meiryo UI"/>
              <a:cs typeface="Arial" panose="020B0604020202020204" pitchFamily="34" charset="0"/>
            </a:endParaRPr>
          </a:p>
        </p:txBody>
      </p:sp>
      <p:pic>
        <p:nvPicPr>
          <p:cNvPr id="16" name="図 15">
            <a:extLst>
              <a:ext uri="{FF2B5EF4-FFF2-40B4-BE49-F238E27FC236}">
                <a16:creationId xmlns:a16="http://schemas.microsoft.com/office/drawing/2014/main" id="{685FB373-B5FA-79B7-0E96-E4888A83273D}"/>
              </a:ext>
            </a:extLst>
          </p:cNvPr>
          <p:cNvPicPr>
            <a:picLocks noChangeAspect="1"/>
          </p:cNvPicPr>
          <p:nvPr userDrawn="1"/>
        </p:nvPicPr>
        <p:blipFill>
          <a:blip r:embed="rId4"/>
          <a:stretch>
            <a:fillRect/>
          </a:stretch>
        </p:blipFill>
        <p:spPr>
          <a:xfrm>
            <a:off x="6010455" y="6169428"/>
            <a:ext cx="2807022" cy="552048"/>
          </a:xfrm>
          <a:prstGeom prst="rect">
            <a:avLst/>
          </a:prstGeom>
        </p:spPr>
      </p:pic>
    </p:spTree>
    <p:extLst>
      <p:ext uri="{BB962C8B-B14F-4D97-AF65-F5344CB8AC3E}">
        <p14:creationId xmlns:p14="http://schemas.microsoft.com/office/powerpoint/2010/main" val="3417613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2_ユーザー設定レイアウト">
  <p:cSld name="2_ユーザー設定レイアウト">
    <p:spTree>
      <p:nvGrpSpPr>
        <p:cNvPr id="1" name="Shape 20"/>
        <p:cNvGrpSpPr/>
        <p:nvPr/>
      </p:nvGrpSpPr>
      <p:grpSpPr>
        <a:xfrm>
          <a:off x="0" y="0"/>
          <a:ext cx="0" cy="0"/>
          <a:chOff x="0" y="0"/>
          <a:chExt cx="0" cy="0"/>
        </a:xfrm>
      </p:grpSpPr>
      <p:pic>
        <p:nvPicPr>
          <p:cNvPr id="21" name="Google Shape;21;p14"/>
          <p:cNvPicPr preferRelativeResize="0"/>
          <p:nvPr/>
        </p:nvPicPr>
        <p:blipFill rotWithShape="1">
          <a:blip r:embed="rId2">
            <a:alphaModFix/>
          </a:blip>
          <a:srcRect/>
          <a:stretch/>
        </p:blipFill>
        <p:spPr>
          <a:xfrm>
            <a:off x="-2046" y="2276475"/>
            <a:ext cx="1008000" cy="4581525"/>
          </a:xfrm>
          <a:prstGeom prst="rect">
            <a:avLst/>
          </a:prstGeom>
          <a:noFill/>
          <a:ln>
            <a:noFill/>
          </a:ln>
        </p:spPr>
      </p:pic>
      <p:sp>
        <p:nvSpPr>
          <p:cNvPr id="22" name="Google Shape;22;p14"/>
          <p:cNvSpPr/>
          <p:nvPr/>
        </p:nvSpPr>
        <p:spPr>
          <a:xfrm>
            <a:off x="999116" y="-11151"/>
            <a:ext cx="1008000" cy="6863082"/>
          </a:xfrm>
          <a:prstGeom prst="rect">
            <a:avLst/>
          </a:prstGeom>
          <a:solidFill>
            <a:schemeClr val="accent5">
              <a:lumMod val="75000"/>
            </a:schemeClr>
          </a:solidFill>
          <a:ln>
            <a:noFill/>
          </a:ln>
        </p:spPr>
        <p:txBody>
          <a:bodyPr spcFirstLastPara="1" wrap="square" lIns="0" tIns="0" rIns="0" bIns="0" anchor="b" anchorCtr="0">
            <a:noAutofit/>
          </a:bodyPr>
          <a:lstStyle/>
          <a:p>
            <a:pPr marL="0" marR="0" lvl="0" indent="0" algn="r" rtl="0">
              <a:lnSpc>
                <a:spcPct val="94736"/>
              </a:lnSpc>
              <a:spcBef>
                <a:spcPts val="0"/>
              </a:spcBef>
              <a:spcAft>
                <a:spcPts val="0"/>
              </a:spcAft>
              <a:buNone/>
            </a:pPr>
            <a:endParaRPr sz="950" b="0" i="0" u="none" strike="noStrike" cap="none">
              <a:solidFill>
                <a:srgbClr val="404E0A"/>
              </a:solidFill>
              <a:latin typeface="Arial"/>
              <a:ea typeface="Arial"/>
              <a:cs typeface="Arial"/>
              <a:sym typeface="Arial"/>
            </a:endParaRPr>
          </a:p>
        </p:txBody>
      </p:sp>
      <p:sp>
        <p:nvSpPr>
          <p:cNvPr id="23" name="Google Shape;23;p14"/>
          <p:cNvSpPr/>
          <p:nvPr/>
        </p:nvSpPr>
        <p:spPr>
          <a:xfrm>
            <a:off x="-2046" y="0"/>
            <a:ext cx="1008112" cy="6858000"/>
          </a:xfrm>
          <a:prstGeom prst="rect">
            <a:avLst/>
          </a:prstGeom>
          <a:gradFill>
            <a:gsLst>
              <a:gs pos="0">
                <a:srgbClr val="D8D8D8"/>
              </a:gs>
              <a:gs pos="46000">
                <a:srgbClr val="FFFFFF">
                  <a:alpha val="40000"/>
                </a:srgbClr>
              </a:gs>
              <a:gs pos="100000">
                <a:srgbClr val="FFFFFF">
                  <a:alpha val="40000"/>
                </a:srgbClr>
              </a:gs>
            </a:gsLst>
            <a:lin ang="5400000" scaled="0"/>
          </a:gradFill>
          <a:ln>
            <a:noFill/>
          </a:ln>
        </p:spPr>
        <p:txBody>
          <a:bodyPr spcFirstLastPara="1" wrap="square" lIns="0" tIns="0" rIns="0" bIns="0" anchor="b" anchorCtr="0">
            <a:noAutofit/>
          </a:bodyPr>
          <a:lstStyle/>
          <a:p>
            <a:pPr marL="0" marR="0" lvl="0" indent="0" algn="r" rtl="0">
              <a:lnSpc>
                <a:spcPct val="94736"/>
              </a:lnSpc>
              <a:spcBef>
                <a:spcPts val="0"/>
              </a:spcBef>
              <a:spcAft>
                <a:spcPts val="0"/>
              </a:spcAft>
              <a:buNone/>
            </a:pPr>
            <a:endParaRPr sz="950" b="0" i="0" u="none" strike="noStrike" cap="none">
              <a:solidFill>
                <a:srgbClr val="404E0A"/>
              </a:solidFill>
              <a:latin typeface="Arial"/>
              <a:ea typeface="Arial"/>
              <a:cs typeface="Arial"/>
              <a:sym typeface="Arial"/>
            </a:endParaRPr>
          </a:p>
        </p:txBody>
      </p:sp>
      <p:sp>
        <p:nvSpPr>
          <p:cNvPr id="24" name="Google Shape;24;p14"/>
          <p:cNvSpPr/>
          <p:nvPr/>
        </p:nvSpPr>
        <p:spPr>
          <a:xfrm>
            <a:off x="1283924" y="2105561"/>
            <a:ext cx="2379177" cy="1323439"/>
          </a:xfrm>
          <a:prstGeom prst="rect">
            <a:avLst/>
          </a:prstGeom>
          <a:noFill/>
          <a:ln>
            <a:noFill/>
          </a:ln>
        </p:spPr>
        <p:txBody>
          <a:bodyPr spcFirstLastPara="1" wrap="square" lIns="91425" tIns="45700" rIns="91425" bIns="45700" anchor="b" anchorCtr="0">
            <a:spAutoFit/>
          </a:bodyPr>
          <a:lstStyle/>
          <a:p>
            <a:pPr marL="0" marR="0" lvl="0" indent="0" algn="l" rtl="0">
              <a:spcBef>
                <a:spcPts val="0"/>
              </a:spcBef>
              <a:spcAft>
                <a:spcPts val="0"/>
              </a:spcAft>
              <a:buNone/>
            </a:pPr>
            <a:r>
              <a:rPr lang="ja-JP" sz="8000" b="1" i="0" u="none" strike="noStrike" cap="none">
                <a:solidFill>
                  <a:schemeClr val="lt1"/>
                </a:solidFill>
                <a:latin typeface="Arial"/>
                <a:ea typeface="Arial"/>
                <a:cs typeface="Arial"/>
                <a:sym typeface="Arial"/>
              </a:rPr>
              <a:t>S</a:t>
            </a:r>
            <a:r>
              <a:rPr lang="ja-JP" sz="4000" b="1" i="0" u="none" strike="noStrike" cap="none">
                <a:solidFill>
                  <a:srgbClr val="7F7F7F"/>
                </a:solidFill>
                <a:latin typeface="Arial"/>
                <a:ea typeface="Arial"/>
                <a:cs typeface="Arial"/>
                <a:sym typeface="Arial"/>
              </a:rPr>
              <a:t>ection</a:t>
            </a:r>
            <a:endParaRPr sz="8000" b="1" i="0" u="none" strike="noStrike" cap="none">
              <a:solidFill>
                <a:srgbClr val="7F7F7F"/>
              </a:solidFill>
              <a:latin typeface="Arial"/>
              <a:ea typeface="Arial"/>
              <a:cs typeface="Arial"/>
              <a:sym typeface="Arial"/>
            </a:endParaRPr>
          </a:p>
        </p:txBody>
      </p:sp>
      <p:cxnSp>
        <p:nvCxnSpPr>
          <p:cNvPr id="25" name="Google Shape;25;p14"/>
          <p:cNvCxnSpPr/>
          <p:nvPr/>
        </p:nvCxnSpPr>
        <p:spPr>
          <a:xfrm>
            <a:off x="2007005" y="3155538"/>
            <a:ext cx="7136995" cy="0"/>
          </a:xfrm>
          <a:prstGeom prst="straightConnector1">
            <a:avLst/>
          </a:prstGeom>
          <a:noFill/>
          <a:ln w="12700" cap="flat" cmpd="sng">
            <a:solidFill>
              <a:srgbClr val="7F7F7F"/>
            </a:solidFill>
            <a:prstDash val="solid"/>
            <a:round/>
            <a:headEnd type="none" w="sm" len="sm"/>
            <a:tailEnd type="none" w="sm" len="sm"/>
          </a:ln>
        </p:spPr>
      </p:cxnSp>
      <p:sp>
        <p:nvSpPr>
          <p:cNvPr id="26" name="Google Shape;26;p14"/>
          <p:cNvSpPr txBox="1"/>
          <p:nvPr/>
        </p:nvSpPr>
        <p:spPr>
          <a:xfrm>
            <a:off x="2123728" y="3162548"/>
            <a:ext cx="6696744" cy="588392"/>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endParaRPr sz="2300" b="0" i="0" u="none" strike="noStrike" cap="none">
              <a:solidFill>
                <a:srgbClr val="5C5C5C"/>
              </a:solidFill>
              <a:latin typeface="Arial"/>
              <a:ea typeface="Arial"/>
              <a:cs typeface="Arial"/>
              <a:sym typeface="Arial"/>
            </a:endParaRPr>
          </a:p>
        </p:txBody>
      </p:sp>
      <p:sp>
        <p:nvSpPr>
          <p:cNvPr id="27" name="Google Shape;27;p14"/>
          <p:cNvSpPr txBox="1">
            <a:spLocks noGrp="1"/>
          </p:cNvSpPr>
          <p:nvPr>
            <p:ph type="subTitle" idx="1"/>
          </p:nvPr>
        </p:nvSpPr>
        <p:spPr>
          <a:xfrm>
            <a:off x="2007005" y="3163812"/>
            <a:ext cx="6813467" cy="841252"/>
          </a:xfrm>
          <a:prstGeom prst="rect">
            <a:avLst/>
          </a:prstGeom>
          <a:noFill/>
          <a:ln>
            <a:noFill/>
          </a:ln>
        </p:spPr>
        <p:txBody>
          <a:bodyPr spcFirstLastPara="1" wrap="square" lIns="91425" tIns="45700" rIns="91425" bIns="45700" anchor="t" anchorCtr="0">
            <a:noAutofit/>
          </a:bodyPr>
          <a:lstStyle>
            <a:lvl1pPr marR="0" lvl="0" algn="r" rtl="0">
              <a:lnSpc>
                <a:spcPct val="120000"/>
              </a:lnSpc>
              <a:spcBef>
                <a:spcPts val="460"/>
              </a:spcBef>
              <a:spcAft>
                <a:spcPts val="0"/>
              </a:spcAft>
              <a:buClr>
                <a:schemeClr val="dk2"/>
              </a:buClr>
              <a:buSzPts val="1725"/>
              <a:buFont typeface="Noto Sans Symbols"/>
              <a:buNone/>
              <a:defRPr sz="2300" b="0" i="0" u="none" strike="noStrike" cap="none">
                <a:solidFill>
                  <a:schemeClr val="dk1"/>
                </a:solidFill>
                <a:latin typeface="Arial"/>
                <a:ea typeface="Arial"/>
                <a:cs typeface="Arial"/>
                <a:sym typeface="Arial"/>
              </a:defRPr>
            </a:lvl1pPr>
            <a:lvl2pPr marR="0" lvl="1" algn="ctr" rtl="0">
              <a:lnSpc>
                <a:spcPct val="120000"/>
              </a:lnSpc>
              <a:spcBef>
                <a:spcPts val="460"/>
              </a:spcBef>
              <a:spcAft>
                <a:spcPts val="0"/>
              </a:spcAft>
              <a:buClr>
                <a:schemeClr val="dk2"/>
              </a:buClr>
              <a:buSzPts val="986"/>
              <a:buFont typeface="Arial"/>
              <a:buNone/>
              <a:defRPr sz="1315" b="0" i="0" u="none" strike="noStrike" cap="none">
                <a:solidFill>
                  <a:srgbClr val="8A8A8A"/>
                </a:solidFill>
                <a:latin typeface="Arial"/>
                <a:ea typeface="Arial"/>
                <a:cs typeface="Arial"/>
                <a:sym typeface="Arial"/>
              </a:defRPr>
            </a:lvl2pPr>
            <a:lvl3pPr marR="0" lvl="2" algn="ctr" rtl="0">
              <a:lnSpc>
                <a:spcPct val="120000"/>
              </a:lnSpc>
              <a:spcBef>
                <a:spcPts val="263"/>
              </a:spcBef>
              <a:spcAft>
                <a:spcPts val="0"/>
              </a:spcAft>
              <a:buClr>
                <a:schemeClr val="dk2"/>
              </a:buClr>
              <a:buSzPts val="564"/>
              <a:buFont typeface="Noto Sans Symbols"/>
              <a:buNone/>
              <a:defRPr sz="1128" b="0" i="0" u="none" strike="noStrike" cap="none">
                <a:solidFill>
                  <a:srgbClr val="8A8A8A"/>
                </a:solidFill>
                <a:latin typeface="Arial"/>
                <a:ea typeface="Arial"/>
                <a:cs typeface="Arial"/>
                <a:sym typeface="Arial"/>
              </a:defRPr>
            </a:lvl3pPr>
            <a:lvl4pPr marR="0" lvl="3" algn="ctr" rtl="0">
              <a:spcBef>
                <a:spcPts val="376"/>
              </a:spcBef>
              <a:spcAft>
                <a:spcPts val="0"/>
              </a:spcAft>
              <a:buClr>
                <a:srgbClr val="8A8A8A"/>
              </a:buClr>
              <a:buSzPts val="1880"/>
              <a:buFont typeface="Arial"/>
              <a:buNone/>
              <a:defRPr sz="1880" b="0" i="0" u="none" strike="noStrike" cap="none">
                <a:solidFill>
                  <a:srgbClr val="8A8A8A"/>
                </a:solidFill>
                <a:latin typeface="Arial"/>
                <a:ea typeface="Arial"/>
                <a:cs typeface="Arial"/>
                <a:sym typeface="Arial"/>
              </a:defRPr>
            </a:lvl4pPr>
            <a:lvl5pPr marR="0" lvl="4" algn="ctr" rtl="0">
              <a:spcBef>
                <a:spcPts val="376"/>
              </a:spcBef>
              <a:spcAft>
                <a:spcPts val="0"/>
              </a:spcAft>
              <a:buClr>
                <a:srgbClr val="8A8A8A"/>
              </a:buClr>
              <a:buSzPts val="1880"/>
              <a:buFont typeface="Arial"/>
              <a:buNone/>
              <a:defRPr sz="1880" b="0" i="0" u="none" strike="noStrike" cap="none">
                <a:solidFill>
                  <a:srgbClr val="8A8A8A"/>
                </a:solidFill>
                <a:latin typeface="Arial"/>
                <a:ea typeface="Arial"/>
                <a:cs typeface="Arial"/>
                <a:sym typeface="Arial"/>
              </a:defRPr>
            </a:lvl5pPr>
            <a:lvl6pPr marR="0" lvl="5" algn="ctr" rtl="0">
              <a:spcBef>
                <a:spcPts val="376"/>
              </a:spcBef>
              <a:spcAft>
                <a:spcPts val="0"/>
              </a:spcAft>
              <a:buClr>
                <a:srgbClr val="8A8A8A"/>
              </a:buClr>
              <a:buSzPts val="1880"/>
              <a:buFont typeface="Arial"/>
              <a:buNone/>
              <a:defRPr sz="1880" b="0" i="0" u="none" strike="noStrike" cap="none">
                <a:solidFill>
                  <a:srgbClr val="8A8A8A"/>
                </a:solidFill>
                <a:latin typeface="Arial"/>
                <a:ea typeface="Arial"/>
                <a:cs typeface="Arial"/>
                <a:sym typeface="Arial"/>
              </a:defRPr>
            </a:lvl6pPr>
            <a:lvl7pPr marR="0" lvl="6" algn="ctr" rtl="0">
              <a:spcBef>
                <a:spcPts val="376"/>
              </a:spcBef>
              <a:spcAft>
                <a:spcPts val="0"/>
              </a:spcAft>
              <a:buClr>
                <a:srgbClr val="8A8A8A"/>
              </a:buClr>
              <a:buSzPts val="1880"/>
              <a:buFont typeface="Arial"/>
              <a:buNone/>
              <a:defRPr sz="1880" b="0" i="0" u="none" strike="noStrike" cap="none">
                <a:solidFill>
                  <a:srgbClr val="8A8A8A"/>
                </a:solidFill>
                <a:latin typeface="Arial"/>
                <a:ea typeface="Arial"/>
                <a:cs typeface="Arial"/>
                <a:sym typeface="Arial"/>
              </a:defRPr>
            </a:lvl7pPr>
            <a:lvl8pPr marR="0" lvl="7" algn="ctr" rtl="0">
              <a:spcBef>
                <a:spcPts val="376"/>
              </a:spcBef>
              <a:spcAft>
                <a:spcPts val="0"/>
              </a:spcAft>
              <a:buClr>
                <a:srgbClr val="8A8A8A"/>
              </a:buClr>
              <a:buSzPts val="1880"/>
              <a:buFont typeface="Arial"/>
              <a:buNone/>
              <a:defRPr sz="1880" b="0" i="0" u="none" strike="noStrike" cap="none">
                <a:solidFill>
                  <a:srgbClr val="8A8A8A"/>
                </a:solidFill>
                <a:latin typeface="Arial"/>
                <a:ea typeface="Arial"/>
                <a:cs typeface="Arial"/>
                <a:sym typeface="Arial"/>
              </a:defRPr>
            </a:lvl8pPr>
            <a:lvl9pPr marR="0" lvl="8" algn="ctr" rtl="0">
              <a:spcBef>
                <a:spcPts val="376"/>
              </a:spcBef>
              <a:spcAft>
                <a:spcPts val="0"/>
              </a:spcAft>
              <a:buClr>
                <a:srgbClr val="8A8A8A"/>
              </a:buClr>
              <a:buSzPts val="1880"/>
              <a:buFont typeface="Arial"/>
              <a:buNone/>
              <a:defRPr sz="1880" b="0" i="0" u="none" strike="noStrike" cap="none">
                <a:solidFill>
                  <a:srgbClr val="8A8A8A"/>
                </a:solidFill>
                <a:latin typeface="Arial"/>
                <a:ea typeface="Arial"/>
                <a:cs typeface="Arial"/>
                <a:sym typeface="Aria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8_タイトルとコンテンツ">
  <p:cSld name="8_タイトルとコンテンツ">
    <p:spTree>
      <p:nvGrpSpPr>
        <p:cNvPr id="1" name="Shape 28"/>
        <p:cNvGrpSpPr/>
        <p:nvPr/>
      </p:nvGrpSpPr>
      <p:grpSpPr>
        <a:xfrm>
          <a:off x="0" y="0"/>
          <a:ext cx="0" cy="0"/>
          <a:chOff x="0" y="0"/>
          <a:chExt cx="0" cy="0"/>
        </a:xfrm>
      </p:grpSpPr>
      <p:sp>
        <p:nvSpPr>
          <p:cNvPr id="29" name="Google Shape;29;p15"/>
          <p:cNvSpPr txBox="1"/>
          <p:nvPr/>
        </p:nvSpPr>
        <p:spPr>
          <a:xfrm>
            <a:off x="7010402" y="6583365"/>
            <a:ext cx="2133600" cy="274636"/>
          </a:xfrm>
          <a:prstGeom prst="rect">
            <a:avLst/>
          </a:prstGeom>
          <a:noFill/>
          <a:ln>
            <a:noFill/>
          </a:ln>
        </p:spPr>
        <p:txBody>
          <a:bodyPr spcFirstLastPara="1" wrap="square" lIns="85900" tIns="42950" rIns="85900" bIns="42950" anchor="t" anchorCtr="0">
            <a:noAutofit/>
          </a:bodyPr>
          <a:lstStyle/>
          <a:p>
            <a:pPr marL="0" marR="0" lvl="0" indent="0" algn="r" rtl="0">
              <a:lnSpc>
                <a:spcPct val="100000"/>
              </a:lnSpc>
              <a:spcBef>
                <a:spcPts val="0"/>
              </a:spcBef>
              <a:spcAft>
                <a:spcPts val="0"/>
              </a:spcAft>
              <a:buClr>
                <a:schemeClr val="dk2"/>
              </a:buClr>
              <a:buSzPts val="850"/>
              <a:buFont typeface="Arial"/>
              <a:buNone/>
            </a:pPr>
            <a:endParaRPr sz="850" b="0" i="0" u="none" strike="noStrike" cap="none">
              <a:solidFill>
                <a:srgbClr val="5A5A5A"/>
              </a:solidFill>
              <a:latin typeface="Trebuchet MS"/>
              <a:ea typeface="Trebuchet MS"/>
              <a:cs typeface="Trebuchet MS"/>
              <a:sym typeface="Trebuchet MS"/>
            </a:endParaRPr>
          </a:p>
        </p:txBody>
      </p:sp>
      <p:sp>
        <p:nvSpPr>
          <p:cNvPr id="30" name="Google Shape;30;p15"/>
          <p:cNvSpPr txBox="1"/>
          <p:nvPr/>
        </p:nvSpPr>
        <p:spPr>
          <a:xfrm>
            <a:off x="395536" y="332655"/>
            <a:ext cx="8280920" cy="288033"/>
          </a:xfrm>
          <a:prstGeom prst="rect">
            <a:avLst/>
          </a:prstGeom>
          <a:noFill/>
          <a:ln>
            <a:noFill/>
          </a:ln>
        </p:spPr>
        <p:txBody>
          <a:bodyPr spcFirstLastPara="1" wrap="square" lIns="108000" tIns="0" rIns="0" bIns="0" anchor="ctr" anchorCtr="0">
            <a:noAutofit/>
          </a:bodyPr>
          <a:lstStyle/>
          <a:p>
            <a:pPr marL="0" marR="0" lvl="0" indent="0" algn="l" rtl="0">
              <a:lnSpc>
                <a:spcPct val="100000"/>
              </a:lnSpc>
              <a:spcBef>
                <a:spcPts val="0"/>
              </a:spcBef>
              <a:spcAft>
                <a:spcPts val="0"/>
              </a:spcAft>
              <a:buClr>
                <a:schemeClr val="dk2"/>
              </a:buClr>
              <a:buSzPts val="1900"/>
              <a:buFont typeface="Arial"/>
              <a:buNone/>
            </a:pPr>
            <a:endParaRPr sz="1900" b="1" i="0" u="none" strike="noStrike" cap="none">
              <a:solidFill>
                <a:srgbClr val="5A5A5A"/>
              </a:solidFill>
              <a:latin typeface="Arial"/>
              <a:ea typeface="Arial"/>
              <a:cs typeface="Arial"/>
              <a:sym typeface="Arial"/>
            </a:endParaRPr>
          </a:p>
        </p:txBody>
      </p:sp>
      <p:sp>
        <p:nvSpPr>
          <p:cNvPr id="31" name="Google Shape;31;p15"/>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5"/>
          <p:cNvSpPr/>
          <p:nvPr/>
        </p:nvSpPr>
        <p:spPr>
          <a:xfrm>
            <a:off x="0" y="116632"/>
            <a:ext cx="251520" cy="180000"/>
          </a:xfrm>
          <a:prstGeom prst="parallelogram">
            <a:avLst>
              <a:gd name="adj" fmla="val 0"/>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dk2"/>
              </a:buClr>
              <a:buSzPts val="1000"/>
              <a:buFont typeface="Arial"/>
              <a:buNone/>
            </a:pPr>
            <a:endParaRPr sz="1000" b="0" i="0" u="none" strike="noStrike" cap="none">
              <a:solidFill>
                <a:srgbClr val="FFFFFF"/>
              </a:solidFill>
              <a:latin typeface="Arial"/>
              <a:ea typeface="Arial"/>
              <a:cs typeface="Arial"/>
              <a:sym typeface="Arial"/>
            </a:endParaRPr>
          </a:p>
        </p:txBody>
      </p:sp>
      <p:sp>
        <p:nvSpPr>
          <p:cNvPr id="33" name="Google Shape;33;p15"/>
          <p:cNvSpPr/>
          <p:nvPr/>
        </p:nvSpPr>
        <p:spPr>
          <a:xfrm>
            <a:off x="0" y="116632"/>
            <a:ext cx="323528" cy="180000"/>
          </a:xfrm>
          <a:prstGeom prst="parallelogram">
            <a:avLst>
              <a:gd name="adj" fmla="val 32938"/>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dk2"/>
              </a:buClr>
              <a:buSzPts val="1000"/>
              <a:buFont typeface="Arial"/>
              <a:buNone/>
            </a:pPr>
            <a:endParaRPr sz="1000" b="0" i="0" u="none" strike="noStrike" cap="none">
              <a:solidFill>
                <a:srgbClr val="FFFFFF"/>
              </a:solidFill>
              <a:latin typeface="Arial"/>
              <a:ea typeface="Arial"/>
              <a:cs typeface="Arial"/>
              <a:sym typeface="Arial"/>
            </a:endParaRPr>
          </a:p>
        </p:txBody>
      </p:sp>
      <p:sp>
        <p:nvSpPr>
          <p:cNvPr id="34" name="Google Shape;34;p15"/>
          <p:cNvSpPr/>
          <p:nvPr/>
        </p:nvSpPr>
        <p:spPr>
          <a:xfrm>
            <a:off x="7231533" y="136824"/>
            <a:ext cx="1476000" cy="400050"/>
          </a:xfrm>
          <a:prstGeom prst="rect">
            <a:avLst/>
          </a:prstGeom>
          <a:solidFill>
            <a:schemeClr val="lt1"/>
          </a:solidFill>
          <a:ln w="38100" cap="flat" cmpd="dbl">
            <a:solidFill>
              <a:srgbClr val="F14040"/>
            </a:solidFill>
            <a:prstDash val="solid"/>
            <a:miter lim="800000"/>
            <a:headEnd type="none" w="sm" len="sm"/>
            <a:tailEnd type="none" w="sm" len="sm"/>
          </a:ln>
        </p:spPr>
        <p:txBody>
          <a:bodyPr spcFirstLastPara="1" wrap="square" lIns="0" tIns="0" rIns="0" bIns="25200" anchor="ctr" anchorCtr="0">
            <a:noAutofit/>
          </a:bodyPr>
          <a:lstStyle/>
          <a:p>
            <a:pPr marL="0" marR="0" lvl="0" indent="0" algn="ctr" rtl="0">
              <a:spcBef>
                <a:spcPts val="0"/>
              </a:spcBef>
              <a:spcAft>
                <a:spcPts val="0"/>
              </a:spcAft>
              <a:buNone/>
            </a:pPr>
            <a:r>
              <a:rPr lang="ja-JP" sz="1300" b="1" i="0" u="none" strike="noStrike" cap="none">
                <a:solidFill>
                  <a:srgbClr val="F14040"/>
                </a:solidFill>
                <a:latin typeface="Arial"/>
                <a:ea typeface="Arial"/>
                <a:cs typeface="Arial"/>
                <a:sym typeface="Arial"/>
              </a:rPr>
              <a:t>秘・貴社限り</a:t>
            </a:r>
            <a:endParaRPr sz="1300" b="1" i="0" u="none" strike="noStrike" cap="none">
              <a:solidFill>
                <a:srgbClr val="F1404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3_ユーザー設定レイアウト">
  <p:cSld name="3_ユーザー設定レイアウト">
    <p:spTree>
      <p:nvGrpSpPr>
        <p:cNvPr id="1" name="Shape 35"/>
        <p:cNvGrpSpPr/>
        <p:nvPr/>
      </p:nvGrpSpPr>
      <p:grpSpPr>
        <a:xfrm>
          <a:off x="0" y="0"/>
          <a:ext cx="0" cy="0"/>
          <a:chOff x="0" y="0"/>
          <a:chExt cx="0" cy="0"/>
        </a:xfrm>
      </p:grpSpPr>
      <p:pic>
        <p:nvPicPr>
          <p:cNvPr id="2" name="図 1">
            <a:extLst>
              <a:ext uri="{FF2B5EF4-FFF2-40B4-BE49-F238E27FC236}">
                <a16:creationId xmlns:a16="http://schemas.microsoft.com/office/drawing/2014/main" id="{605BB4BF-543F-A367-8E13-697CF7E15331}"/>
              </a:ext>
            </a:extLst>
          </p:cNvPr>
          <p:cNvPicPr>
            <a:picLocks noChangeAspect="1"/>
          </p:cNvPicPr>
          <p:nvPr userDrawn="1"/>
        </p:nvPicPr>
        <p:blipFill>
          <a:blip r:embed="rId2"/>
          <a:stretch>
            <a:fillRect/>
          </a:stretch>
        </p:blipFill>
        <p:spPr>
          <a:xfrm>
            <a:off x="1282431" y="2795061"/>
            <a:ext cx="6446837" cy="1267878"/>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_タイトルとコンテンツ">
  <p:cSld name="2_タイトルとコンテンツ">
    <p:spTree>
      <p:nvGrpSpPr>
        <p:cNvPr id="1" name="Shape 37"/>
        <p:cNvGrpSpPr/>
        <p:nvPr/>
      </p:nvGrpSpPr>
      <p:grpSpPr>
        <a:xfrm>
          <a:off x="0" y="0"/>
          <a:ext cx="0" cy="0"/>
          <a:chOff x="0" y="0"/>
          <a:chExt cx="0" cy="0"/>
        </a:xfrm>
      </p:grpSpPr>
      <p:sp>
        <p:nvSpPr>
          <p:cNvPr id="38" name="Google Shape;38;p17"/>
          <p:cNvSpPr txBox="1"/>
          <p:nvPr/>
        </p:nvSpPr>
        <p:spPr>
          <a:xfrm>
            <a:off x="7010402" y="6583365"/>
            <a:ext cx="2133600" cy="274636"/>
          </a:xfrm>
          <a:prstGeom prst="rect">
            <a:avLst/>
          </a:prstGeom>
          <a:noFill/>
          <a:ln>
            <a:noFill/>
          </a:ln>
        </p:spPr>
        <p:txBody>
          <a:bodyPr spcFirstLastPara="1" wrap="square" lIns="85900" tIns="42950" rIns="85900" bIns="42950" anchor="t" anchorCtr="0">
            <a:noAutofit/>
          </a:bodyPr>
          <a:lstStyle/>
          <a:p>
            <a:pPr marL="0" marR="0" lvl="0" indent="0" algn="r" rtl="0">
              <a:lnSpc>
                <a:spcPct val="100000"/>
              </a:lnSpc>
              <a:spcBef>
                <a:spcPts val="0"/>
              </a:spcBef>
              <a:spcAft>
                <a:spcPts val="0"/>
              </a:spcAft>
              <a:buClr>
                <a:schemeClr val="dk2"/>
              </a:buClr>
              <a:buSzPts val="850"/>
              <a:buFont typeface="Arial"/>
              <a:buNone/>
            </a:pPr>
            <a:endParaRPr sz="850" b="0" i="0" u="none" strike="noStrike" cap="none">
              <a:solidFill>
                <a:srgbClr val="5A5A5A"/>
              </a:solidFill>
              <a:latin typeface="Trebuchet MS"/>
              <a:ea typeface="Trebuchet MS"/>
              <a:cs typeface="Trebuchet MS"/>
              <a:sym typeface="Trebuchet MS"/>
            </a:endParaRPr>
          </a:p>
        </p:txBody>
      </p:sp>
      <p:sp>
        <p:nvSpPr>
          <p:cNvPr id="39" name="Google Shape;39;p17"/>
          <p:cNvSpPr txBox="1"/>
          <p:nvPr/>
        </p:nvSpPr>
        <p:spPr>
          <a:xfrm>
            <a:off x="395536" y="332655"/>
            <a:ext cx="8280920" cy="288033"/>
          </a:xfrm>
          <a:prstGeom prst="rect">
            <a:avLst/>
          </a:prstGeom>
          <a:noFill/>
          <a:ln>
            <a:noFill/>
          </a:ln>
        </p:spPr>
        <p:txBody>
          <a:bodyPr spcFirstLastPara="1" wrap="square" lIns="108000" tIns="0" rIns="0" bIns="0" anchor="ctr" anchorCtr="0">
            <a:noAutofit/>
          </a:bodyPr>
          <a:lstStyle/>
          <a:p>
            <a:pPr marL="0" marR="0" lvl="0" indent="0" algn="l" rtl="0">
              <a:lnSpc>
                <a:spcPct val="100000"/>
              </a:lnSpc>
              <a:spcBef>
                <a:spcPts val="0"/>
              </a:spcBef>
              <a:spcAft>
                <a:spcPts val="0"/>
              </a:spcAft>
              <a:buClr>
                <a:schemeClr val="dk2"/>
              </a:buClr>
              <a:buSzPts val="1900"/>
              <a:buFont typeface="Arial"/>
              <a:buNone/>
            </a:pPr>
            <a:endParaRPr sz="1900" b="1" i="0" u="none" strike="noStrike" cap="none">
              <a:solidFill>
                <a:srgbClr val="5A5A5A"/>
              </a:solidFill>
              <a:latin typeface="Arial"/>
              <a:ea typeface="Arial"/>
              <a:cs typeface="Arial"/>
              <a:sym typeface="Arial"/>
            </a:endParaRPr>
          </a:p>
        </p:txBody>
      </p:sp>
      <p:sp>
        <p:nvSpPr>
          <p:cNvPr id="40" name="Google Shape;40;p17"/>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4_タイトルとコンテンツ">
  <p:cSld name="4_タイトルとコンテンツ">
    <p:spTree>
      <p:nvGrpSpPr>
        <p:cNvPr id="1" name="Shape 41"/>
        <p:cNvGrpSpPr/>
        <p:nvPr/>
      </p:nvGrpSpPr>
      <p:grpSpPr>
        <a:xfrm>
          <a:off x="0" y="0"/>
          <a:ext cx="0" cy="0"/>
          <a:chOff x="0" y="0"/>
          <a:chExt cx="0" cy="0"/>
        </a:xfrm>
      </p:grpSpPr>
      <p:sp>
        <p:nvSpPr>
          <p:cNvPr id="42" name="Google Shape;42;p18"/>
          <p:cNvSpPr txBox="1"/>
          <p:nvPr/>
        </p:nvSpPr>
        <p:spPr>
          <a:xfrm>
            <a:off x="7010402" y="6583365"/>
            <a:ext cx="2133600" cy="274636"/>
          </a:xfrm>
          <a:prstGeom prst="rect">
            <a:avLst/>
          </a:prstGeom>
          <a:noFill/>
          <a:ln>
            <a:noFill/>
          </a:ln>
        </p:spPr>
        <p:txBody>
          <a:bodyPr spcFirstLastPara="1" wrap="square" lIns="85900" tIns="42950" rIns="85900" bIns="42950" anchor="t" anchorCtr="0">
            <a:noAutofit/>
          </a:bodyPr>
          <a:lstStyle/>
          <a:p>
            <a:pPr marL="0" marR="0" lvl="0" indent="0" algn="r" rtl="0">
              <a:lnSpc>
                <a:spcPct val="100000"/>
              </a:lnSpc>
              <a:spcBef>
                <a:spcPts val="0"/>
              </a:spcBef>
              <a:spcAft>
                <a:spcPts val="0"/>
              </a:spcAft>
              <a:buClr>
                <a:schemeClr val="dk2"/>
              </a:buClr>
              <a:buSzPts val="850"/>
              <a:buFont typeface="Arial"/>
              <a:buNone/>
            </a:pPr>
            <a:endParaRPr sz="850" b="0" i="0" u="none" strike="noStrike" cap="none">
              <a:solidFill>
                <a:srgbClr val="5A5A5A"/>
              </a:solidFill>
              <a:latin typeface="Trebuchet MS"/>
              <a:ea typeface="Trebuchet MS"/>
              <a:cs typeface="Trebuchet MS"/>
              <a:sym typeface="Trebuchet MS"/>
            </a:endParaRPr>
          </a:p>
        </p:txBody>
      </p:sp>
      <p:sp>
        <p:nvSpPr>
          <p:cNvPr id="43" name="Google Shape;43;p18"/>
          <p:cNvSpPr txBox="1"/>
          <p:nvPr/>
        </p:nvSpPr>
        <p:spPr>
          <a:xfrm>
            <a:off x="395536" y="332655"/>
            <a:ext cx="8280920" cy="288033"/>
          </a:xfrm>
          <a:prstGeom prst="rect">
            <a:avLst/>
          </a:prstGeom>
          <a:noFill/>
          <a:ln>
            <a:noFill/>
          </a:ln>
        </p:spPr>
        <p:txBody>
          <a:bodyPr spcFirstLastPara="1" wrap="square" lIns="108000" tIns="0" rIns="0" bIns="0" anchor="ctr" anchorCtr="0">
            <a:noAutofit/>
          </a:bodyPr>
          <a:lstStyle/>
          <a:p>
            <a:pPr marL="0" marR="0" lvl="0" indent="0" algn="l" rtl="0">
              <a:lnSpc>
                <a:spcPct val="100000"/>
              </a:lnSpc>
              <a:spcBef>
                <a:spcPts val="0"/>
              </a:spcBef>
              <a:spcAft>
                <a:spcPts val="0"/>
              </a:spcAft>
              <a:buClr>
                <a:schemeClr val="dk2"/>
              </a:buClr>
              <a:buSzPts val="1900"/>
              <a:buFont typeface="Arial"/>
              <a:buNone/>
            </a:pPr>
            <a:endParaRPr sz="1900" b="1" i="0" u="none" strike="noStrike" cap="none">
              <a:solidFill>
                <a:srgbClr val="5A5A5A"/>
              </a:solidFill>
              <a:latin typeface="Arial"/>
              <a:ea typeface="Arial"/>
              <a:cs typeface="Arial"/>
              <a:sym typeface="Arial"/>
            </a:endParaRPr>
          </a:p>
        </p:txBody>
      </p:sp>
      <p:sp>
        <p:nvSpPr>
          <p:cNvPr id="44" name="Google Shape;44;p18"/>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8"/>
          <p:cNvSpPr/>
          <p:nvPr/>
        </p:nvSpPr>
        <p:spPr>
          <a:xfrm>
            <a:off x="7231533" y="136824"/>
            <a:ext cx="1476000" cy="400050"/>
          </a:xfrm>
          <a:prstGeom prst="rect">
            <a:avLst/>
          </a:prstGeom>
          <a:solidFill>
            <a:schemeClr val="lt1"/>
          </a:solidFill>
          <a:ln w="38100" cap="flat" cmpd="dbl">
            <a:solidFill>
              <a:srgbClr val="F14040"/>
            </a:solidFill>
            <a:prstDash val="solid"/>
            <a:miter lim="800000"/>
            <a:headEnd type="none" w="sm" len="sm"/>
            <a:tailEnd type="none" w="sm" len="sm"/>
          </a:ln>
        </p:spPr>
        <p:txBody>
          <a:bodyPr spcFirstLastPara="1" wrap="square" lIns="0" tIns="0" rIns="0" bIns="25200" anchor="ctr" anchorCtr="0">
            <a:noAutofit/>
          </a:bodyPr>
          <a:lstStyle/>
          <a:p>
            <a:pPr marL="0" marR="0" lvl="0" indent="0" algn="ctr" rtl="0">
              <a:spcBef>
                <a:spcPts val="0"/>
              </a:spcBef>
              <a:spcAft>
                <a:spcPts val="0"/>
              </a:spcAft>
              <a:buNone/>
            </a:pPr>
            <a:r>
              <a:rPr lang="ja-JP" sz="1300" b="1">
                <a:solidFill>
                  <a:srgbClr val="F14040"/>
                </a:solidFill>
                <a:latin typeface="Arial"/>
                <a:ea typeface="Arial"/>
                <a:cs typeface="Arial"/>
                <a:sym typeface="Arial"/>
              </a:rPr>
              <a:t>秘・貴社限り</a:t>
            </a:r>
            <a:endParaRPr sz="1300" b="1">
              <a:solidFill>
                <a:srgbClr val="F1404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タイトルとコンテンツ">
  <p:cSld name="タイトルとコンテンツ">
    <p:spTree>
      <p:nvGrpSpPr>
        <p:cNvPr id="1" name="Shape 46"/>
        <p:cNvGrpSpPr/>
        <p:nvPr/>
      </p:nvGrpSpPr>
      <p:grpSpPr>
        <a:xfrm>
          <a:off x="0" y="0"/>
          <a:ext cx="0" cy="0"/>
          <a:chOff x="0" y="0"/>
          <a:chExt cx="0" cy="0"/>
        </a:xfrm>
      </p:grpSpPr>
      <p:sp>
        <p:nvSpPr>
          <p:cNvPr id="47" name="Google Shape;47;p19"/>
          <p:cNvSpPr txBox="1"/>
          <p:nvPr/>
        </p:nvSpPr>
        <p:spPr>
          <a:xfrm>
            <a:off x="7010402" y="6583365"/>
            <a:ext cx="2133600" cy="274636"/>
          </a:xfrm>
          <a:prstGeom prst="rect">
            <a:avLst/>
          </a:prstGeom>
          <a:noFill/>
          <a:ln>
            <a:noFill/>
          </a:ln>
        </p:spPr>
        <p:txBody>
          <a:bodyPr spcFirstLastPara="1" wrap="square" lIns="85900" tIns="42950" rIns="85900" bIns="42950" anchor="t" anchorCtr="0">
            <a:noAutofit/>
          </a:bodyPr>
          <a:lstStyle/>
          <a:p>
            <a:pPr marL="0" marR="0" lvl="0" indent="0" algn="r" rtl="0">
              <a:lnSpc>
                <a:spcPct val="100000"/>
              </a:lnSpc>
              <a:spcBef>
                <a:spcPts val="0"/>
              </a:spcBef>
              <a:spcAft>
                <a:spcPts val="0"/>
              </a:spcAft>
              <a:buClr>
                <a:schemeClr val="dk2"/>
              </a:buClr>
              <a:buSzPts val="850"/>
              <a:buFont typeface="Arial"/>
              <a:buNone/>
            </a:pPr>
            <a:endParaRPr sz="850" b="0" i="0" u="none" strike="noStrike" cap="none">
              <a:solidFill>
                <a:srgbClr val="5A5A5A"/>
              </a:solidFill>
              <a:latin typeface="Trebuchet MS"/>
              <a:ea typeface="Trebuchet MS"/>
              <a:cs typeface="Trebuchet MS"/>
              <a:sym typeface="Trebuchet MS"/>
            </a:endParaRPr>
          </a:p>
        </p:txBody>
      </p:sp>
      <p:sp>
        <p:nvSpPr>
          <p:cNvPr id="48" name="Google Shape;48;p19"/>
          <p:cNvSpPr txBox="1"/>
          <p:nvPr/>
        </p:nvSpPr>
        <p:spPr>
          <a:xfrm>
            <a:off x="395536" y="332655"/>
            <a:ext cx="8280920" cy="288033"/>
          </a:xfrm>
          <a:prstGeom prst="rect">
            <a:avLst/>
          </a:prstGeom>
          <a:noFill/>
          <a:ln>
            <a:noFill/>
          </a:ln>
        </p:spPr>
        <p:txBody>
          <a:bodyPr spcFirstLastPara="1" wrap="square" lIns="108000" tIns="0" rIns="0" bIns="0" anchor="ctr" anchorCtr="0">
            <a:noAutofit/>
          </a:bodyPr>
          <a:lstStyle/>
          <a:p>
            <a:pPr marL="0" marR="0" lvl="0" indent="0" algn="l" rtl="0">
              <a:lnSpc>
                <a:spcPct val="100000"/>
              </a:lnSpc>
              <a:spcBef>
                <a:spcPts val="0"/>
              </a:spcBef>
              <a:spcAft>
                <a:spcPts val="0"/>
              </a:spcAft>
              <a:buClr>
                <a:schemeClr val="dk2"/>
              </a:buClr>
              <a:buSzPts val="1900"/>
              <a:buFont typeface="Arial"/>
              <a:buNone/>
            </a:pPr>
            <a:endParaRPr sz="1900" b="1" i="0" u="none" strike="noStrike" cap="none">
              <a:solidFill>
                <a:srgbClr val="5A5A5A"/>
              </a:solidFill>
              <a:latin typeface="Arial"/>
              <a:ea typeface="Arial"/>
              <a:cs typeface="Arial"/>
              <a:sym typeface="Arial"/>
            </a:endParaRPr>
          </a:p>
        </p:txBody>
      </p:sp>
      <p:sp>
        <p:nvSpPr>
          <p:cNvPr id="49" name="Google Shape;49;p19"/>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19"/>
          <p:cNvSpPr/>
          <p:nvPr/>
        </p:nvSpPr>
        <p:spPr>
          <a:xfrm>
            <a:off x="0" y="116632"/>
            <a:ext cx="251520" cy="180000"/>
          </a:xfrm>
          <a:prstGeom prst="parallelogram">
            <a:avLst>
              <a:gd name="adj" fmla="val 0"/>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dk2"/>
              </a:buClr>
              <a:buSzPts val="1000"/>
              <a:buFont typeface="Arial"/>
              <a:buNone/>
            </a:pPr>
            <a:endParaRPr sz="1000" b="0" i="0" u="none" strike="noStrike" cap="none">
              <a:solidFill>
                <a:srgbClr val="FFFFFF"/>
              </a:solidFill>
              <a:latin typeface="Arial"/>
              <a:ea typeface="Arial"/>
              <a:cs typeface="Arial"/>
              <a:sym typeface="Arial"/>
            </a:endParaRPr>
          </a:p>
        </p:txBody>
      </p:sp>
      <p:sp>
        <p:nvSpPr>
          <p:cNvPr id="51" name="Google Shape;51;p19"/>
          <p:cNvSpPr/>
          <p:nvPr/>
        </p:nvSpPr>
        <p:spPr>
          <a:xfrm>
            <a:off x="0" y="116632"/>
            <a:ext cx="323528" cy="180000"/>
          </a:xfrm>
          <a:prstGeom prst="parallelogram">
            <a:avLst>
              <a:gd name="adj" fmla="val 32938"/>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dk2"/>
              </a:buClr>
              <a:buSzPts val="1000"/>
              <a:buFont typeface="Arial"/>
              <a:buNone/>
            </a:pPr>
            <a:endParaRPr sz="1000" b="0" i="0" u="none" strike="noStrike" cap="none">
              <a:solidFill>
                <a:srgbClr val="FFFFFF"/>
              </a:solidFill>
              <a:latin typeface="Arial"/>
              <a:ea typeface="Arial"/>
              <a:cs typeface="Arial"/>
              <a:sym typeface="Arial"/>
            </a:endParaRPr>
          </a:p>
        </p:txBody>
      </p:sp>
      <p:cxnSp>
        <p:nvCxnSpPr>
          <p:cNvPr id="52" name="Google Shape;52;p19"/>
          <p:cNvCxnSpPr/>
          <p:nvPr/>
        </p:nvCxnSpPr>
        <p:spPr>
          <a:xfrm>
            <a:off x="367281" y="1124744"/>
            <a:ext cx="8424613" cy="0"/>
          </a:xfrm>
          <a:prstGeom prst="straightConnector1">
            <a:avLst/>
          </a:prstGeom>
          <a:noFill/>
          <a:ln w="12700" cap="flat" cmpd="sng">
            <a:solidFill>
              <a:srgbClr val="5A5A5A"/>
            </a:solidFill>
            <a:prstDash val="solid"/>
            <a:round/>
            <a:headEnd type="none" w="sm" len="sm"/>
            <a:tailEnd type="none" w="sm" len="sm"/>
          </a:ln>
        </p:spPr>
      </p:cxnSp>
      <p:grpSp>
        <p:nvGrpSpPr>
          <p:cNvPr id="53" name="Google Shape;53;p19"/>
          <p:cNvGrpSpPr/>
          <p:nvPr/>
        </p:nvGrpSpPr>
        <p:grpSpPr>
          <a:xfrm>
            <a:off x="467544" y="764600"/>
            <a:ext cx="577253" cy="284455"/>
            <a:chOff x="467544" y="764600"/>
            <a:chExt cx="577253" cy="284455"/>
          </a:xfrm>
        </p:grpSpPr>
        <p:sp>
          <p:nvSpPr>
            <p:cNvPr id="54" name="Google Shape;54;p19"/>
            <p:cNvSpPr txBox="1"/>
            <p:nvPr/>
          </p:nvSpPr>
          <p:spPr>
            <a:xfrm>
              <a:off x="467544" y="764600"/>
              <a:ext cx="576064" cy="284455"/>
            </a:xfrm>
            <a:prstGeom prst="rect">
              <a:avLst/>
            </a:prstGeom>
            <a:noFill/>
            <a:ln w="12700" cap="flat" cmpd="sng">
              <a:solidFill>
                <a:schemeClr val="lt1"/>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A20000"/>
                </a:buClr>
                <a:buSzPts val="1400"/>
                <a:buFont typeface="Trebuchet MS"/>
                <a:buNone/>
              </a:pPr>
              <a:r>
                <a:rPr lang="ja-JP" sz="1400" b="1" i="0" u="none" strike="noStrike" cap="none">
                  <a:solidFill>
                    <a:srgbClr val="A20000"/>
                  </a:solidFill>
                  <a:latin typeface="Trebuchet MS"/>
                  <a:ea typeface="Trebuchet MS"/>
                  <a:cs typeface="Trebuchet MS"/>
                  <a:sym typeface="Trebuchet MS"/>
                </a:rPr>
                <a:t>POINT</a:t>
              </a:r>
              <a:endParaRPr sz="1400" b="1" i="0" u="none" strike="noStrike" cap="none">
                <a:solidFill>
                  <a:srgbClr val="252525"/>
                </a:solidFill>
                <a:latin typeface="Arial"/>
                <a:ea typeface="Arial"/>
                <a:cs typeface="Arial"/>
                <a:sym typeface="Arial"/>
              </a:endParaRPr>
            </a:p>
          </p:txBody>
        </p:sp>
        <p:cxnSp>
          <p:nvCxnSpPr>
            <p:cNvPr id="55" name="Google Shape;55;p19"/>
            <p:cNvCxnSpPr/>
            <p:nvPr/>
          </p:nvCxnSpPr>
          <p:spPr>
            <a:xfrm>
              <a:off x="1043608" y="816196"/>
              <a:ext cx="1189" cy="174404"/>
            </a:xfrm>
            <a:prstGeom prst="straightConnector1">
              <a:avLst/>
            </a:prstGeom>
            <a:noFill/>
            <a:ln w="12700" cap="flat" cmpd="sng">
              <a:solidFill>
                <a:schemeClr val="accent6"/>
              </a:solidFill>
              <a:prstDash val="solid"/>
              <a:round/>
              <a:headEnd type="none" w="sm" len="sm"/>
              <a:tailEnd type="none" w="sm" len="sm"/>
            </a:ln>
          </p:spPr>
        </p:cxnSp>
      </p:grpSp>
      <p:sp>
        <p:nvSpPr>
          <p:cNvPr id="56" name="Google Shape;56;p19"/>
          <p:cNvSpPr/>
          <p:nvPr/>
        </p:nvSpPr>
        <p:spPr>
          <a:xfrm>
            <a:off x="7231533" y="136824"/>
            <a:ext cx="1476000" cy="400050"/>
          </a:xfrm>
          <a:prstGeom prst="rect">
            <a:avLst/>
          </a:prstGeom>
          <a:solidFill>
            <a:schemeClr val="lt1"/>
          </a:solidFill>
          <a:ln w="38100" cap="flat" cmpd="dbl">
            <a:solidFill>
              <a:srgbClr val="F14040"/>
            </a:solidFill>
            <a:prstDash val="solid"/>
            <a:miter lim="800000"/>
            <a:headEnd type="none" w="sm" len="sm"/>
            <a:tailEnd type="none" w="sm" len="sm"/>
          </a:ln>
        </p:spPr>
        <p:txBody>
          <a:bodyPr spcFirstLastPara="1" wrap="square" lIns="0" tIns="0" rIns="0" bIns="25200" anchor="ctr" anchorCtr="0">
            <a:noAutofit/>
          </a:bodyPr>
          <a:lstStyle/>
          <a:p>
            <a:pPr marL="0" marR="0" lvl="0" indent="0" algn="ctr" rtl="0">
              <a:spcBef>
                <a:spcPts val="0"/>
              </a:spcBef>
              <a:spcAft>
                <a:spcPts val="0"/>
              </a:spcAft>
              <a:buNone/>
            </a:pPr>
            <a:r>
              <a:rPr lang="ja-JP" sz="1300" b="1">
                <a:solidFill>
                  <a:srgbClr val="F14040"/>
                </a:solidFill>
                <a:latin typeface="Arial"/>
                <a:ea typeface="Arial"/>
                <a:cs typeface="Arial"/>
                <a:sym typeface="Arial"/>
              </a:rPr>
              <a:t>秘・貴社限り</a:t>
            </a:r>
            <a:endParaRPr sz="1300" b="1">
              <a:solidFill>
                <a:srgbClr val="F14040"/>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1_タイトル スライド">
  <p:cSld name="1_タイトル スライド">
    <p:spTree>
      <p:nvGrpSpPr>
        <p:cNvPr id="1" name="Shape 57"/>
        <p:cNvGrpSpPr/>
        <p:nvPr/>
      </p:nvGrpSpPr>
      <p:grpSpPr>
        <a:xfrm>
          <a:off x="0" y="0"/>
          <a:ext cx="0" cy="0"/>
          <a:chOff x="0" y="0"/>
          <a:chExt cx="0" cy="0"/>
        </a:xfrm>
      </p:grpSpPr>
      <p:sp>
        <p:nvSpPr>
          <p:cNvPr id="58" name="Google Shape;58;p20"/>
          <p:cNvSpPr/>
          <p:nvPr/>
        </p:nvSpPr>
        <p:spPr>
          <a:xfrm>
            <a:off x="7231533" y="136824"/>
            <a:ext cx="1476000" cy="400050"/>
          </a:xfrm>
          <a:prstGeom prst="rect">
            <a:avLst/>
          </a:prstGeom>
          <a:solidFill>
            <a:schemeClr val="lt1"/>
          </a:solidFill>
          <a:ln w="38100" cap="flat" cmpd="dbl">
            <a:solidFill>
              <a:srgbClr val="F14040"/>
            </a:solidFill>
            <a:prstDash val="solid"/>
            <a:miter lim="800000"/>
            <a:headEnd type="none" w="sm" len="sm"/>
            <a:tailEnd type="none" w="sm" len="sm"/>
          </a:ln>
        </p:spPr>
        <p:txBody>
          <a:bodyPr spcFirstLastPara="1" wrap="square" lIns="0" tIns="0" rIns="0" bIns="25200" anchor="ctr" anchorCtr="0">
            <a:noAutofit/>
          </a:bodyPr>
          <a:lstStyle/>
          <a:p>
            <a:pPr marL="0" marR="0" lvl="0" indent="0" algn="ctr" rtl="0">
              <a:spcBef>
                <a:spcPts val="0"/>
              </a:spcBef>
              <a:spcAft>
                <a:spcPts val="0"/>
              </a:spcAft>
              <a:buNone/>
            </a:pPr>
            <a:r>
              <a:rPr lang="ja-JP" sz="1300" b="1">
                <a:solidFill>
                  <a:srgbClr val="F14040"/>
                </a:solidFill>
                <a:latin typeface="Arial"/>
                <a:ea typeface="Arial"/>
                <a:cs typeface="Arial"/>
                <a:sym typeface="Arial"/>
              </a:rPr>
              <a:t>秘・貴社限り</a:t>
            </a:r>
            <a:endParaRPr sz="1300" b="1">
              <a:solidFill>
                <a:srgbClr val="F14040"/>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2_タイトル スライド">
  <p:cSld name="2_タイトル スライド">
    <p:spTree>
      <p:nvGrpSpPr>
        <p:cNvPr id="1" name="Shape 59"/>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3_タイトルとコンテンツ">
  <p:cSld name="3_タイトルとコンテンツ">
    <p:bg>
      <p:bgPr>
        <a:solidFill>
          <a:schemeClr val="lt1"/>
        </a:solidFill>
        <a:effectLst/>
      </p:bgPr>
    </p:bg>
    <p:spTree>
      <p:nvGrpSpPr>
        <p:cNvPr id="1" name="Shape 60"/>
        <p:cNvGrpSpPr/>
        <p:nvPr/>
      </p:nvGrpSpPr>
      <p:grpSpPr>
        <a:xfrm>
          <a:off x="0" y="0"/>
          <a:ext cx="0" cy="0"/>
          <a:chOff x="0" y="0"/>
          <a:chExt cx="0" cy="0"/>
        </a:xfrm>
      </p:grpSpPr>
      <p:grpSp>
        <p:nvGrpSpPr>
          <p:cNvPr id="61" name="Google Shape;61;p22"/>
          <p:cNvGrpSpPr/>
          <p:nvPr/>
        </p:nvGrpSpPr>
        <p:grpSpPr>
          <a:xfrm>
            <a:off x="395536" y="836710"/>
            <a:ext cx="8352929" cy="5688633"/>
            <a:chOff x="395536" y="836710"/>
            <a:chExt cx="8352929" cy="5688633"/>
          </a:xfrm>
        </p:grpSpPr>
        <p:cxnSp>
          <p:nvCxnSpPr>
            <p:cNvPr id="62" name="Google Shape;62;p22"/>
            <p:cNvCxnSpPr/>
            <p:nvPr/>
          </p:nvCxnSpPr>
          <p:spPr>
            <a:xfrm>
              <a:off x="4716016"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63" name="Google Shape;63;p22"/>
            <p:cNvCxnSpPr/>
            <p:nvPr/>
          </p:nvCxnSpPr>
          <p:spPr>
            <a:xfrm>
              <a:off x="486003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64" name="Google Shape;64;p22"/>
            <p:cNvCxnSpPr/>
            <p:nvPr/>
          </p:nvCxnSpPr>
          <p:spPr>
            <a:xfrm>
              <a:off x="500404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65" name="Google Shape;65;p22"/>
            <p:cNvCxnSpPr/>
            <p:nvPr/>
          </p:nvCxnSpPr>
          <p:spPr>
            <a:xfrm>
              <a:off x="5148064"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66" name="Google Shape;66;p22"/>
            <p:cNvCxnSpPr/>
            <p:nvPr/>
          </p:nvCxnSpPr>
          <p:spPr>
            <a:xfrm>
              <a:off x="5292080"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67" name="Google Shape;67;p22"/>
            <p:cNvCxnSpPr/>
            <p:nvPr/>
          </p:nvCxnSpPr>
          <p:spPr>
            <a:xfrm>
              <a:off x="5436096"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68" name="Google Shape;68;p22"/>
            <p:cNvCxnSpPr/>
            <p:nvPr/>
          </p:nvCxnSpPr>
          <p:spPr>
            <a:xfrm>
              <a:off x="558011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69" name="Google Shape;69;p22"/>
            <p:cNvCxnSpPr/>
            <p:nvPr/>
          </p:nvCxnSpPr>
          <p:spPr>
            <a:xfrm>
              <a:off x="572412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70" name="Google Shape;70;p22"/>
            <p:cNvCxnSpPr/>
            <p:nvPr/>
          </p:nvCxnSpPr>
          <p:spPr>
            <a:xfrm>
              <a:off x="5868144"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71" name="Google Shape;71;p22"/>
            <p:cNvCxnSpPr/>
            <p:nvPr/>
          </p:nvCxnSpPr>
          <p:spPr>
            <a:xfrm>
              <a:off x="6012160"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72" name="Google Shape;72;p22"/>
            <p:cNvCxnSpPr/>
            <p:nvPr/>
          </p:nvCxnSpPr>
          <p:spPr>
            <a:xfrm>
              <a:off x="6156176"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73" name="Google Shape;73;p22"/>
            <p:cNvCxnSpPr/>
            <p:nvPr/>
          </p:nvCxnSpPr>
          <p:spPr>
            <a:xfrm>
              <a:off x="630019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74" name="Google Shape;74;p22"/>
            <p:cNvCxnSpPr/>
            <p:nvPr/>
          </p:nvCxnSpPr>
          <p:spPr>
            <a:xfrm>
              <a:off x="644420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75" name="Google Shape;75;p22"/>
            <p:cNvCxnSpPr/>
            <p:nvPr/>
          </p:nvCxnSpPr>
          <p:spPr>
            <a:xfrm>
              <a:off x="6588224"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76" name="Google Shape;76;p22"/>
            <p:cNvCxnSpPr/>
            <p:nvPr/>
          </p:nvCxnSpPr>
          <p:spPr>
            <a:xfrm>
              <a:off x="6732240"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77" name="Google Shape;77;p22"/>
            <p:cNvCxnSpPr/>
            <p:nvPr/>
          </p:nvCxnSpPr>
          <p:spPr>
            <a:xfrm>
              <a:off x="6876256"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78" name="Google Shape;78;p22"/>
            <p:cNvCxnSpPr/>
            <p:nvPr/>
          </p:nvCxnSpPr>
          <p:spPr>
            <a:xfrm>
              <a:off x="702027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79" name="Google Shape;79;p22"/>
            <p:cNvCxnSpPr/>
            <p:nvPr/>
          </p:nvCxnSpPr>
          <p:spPr>
            <a:xfrm>
              <a:off x="716428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80" name="Google Shape;80;p22"/>
            <p:cNvCxnSpPr/>
            <p:nvPr/>
          </p:nvCxnSpPr>
          <p:spPr>
            <a:xfrm>
              <a:off x="7308304"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81" name="Google Shape;81;p22"/>
            <p:cNvCxnSpPr/>
            <p:nvPr/>
          </p:nvCxnSpPr>
          <p:spPr>
            <a:xfrm>
              <a:off x="7452320"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82" name="Google Shape;82;p22"/>
            <p:cNvCxnSpPr/>
            <p:nvPr/>
          </p:nvCxnSpPr>
          <p:spPr>
            <a:xfrm>
              <a:off x="7596336"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83" name="Google Shape;83;p22"/>
            <p:cNvCxnSpPr/>
            <p:nvPr/>
          </p:nvCxnSpPr>
          <p:spPr>
            <a:xfrm>
              <a:off x="774035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84" name="Google Shape;84;p22"/>
            <p:cNvCxnSpPr/>
            <p:nvPr/>
          </p:nvCxnSpPr>
          <p:spPr>
            <a:xfrm>
              <a:off x="788436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85" name="Google Shape;85;p22"/>
            <p:cNvCxnSpPr/>
            <p:nvPr/>
          </p:nvCxnSpPr>
          <p:spPr>
            <a:xfrm>
              <a:off x="8028384"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86" name="Google Shape;86;p22"/>
            <p:cNvCxnSpPr/>
            <p:nvPr/>
          </p:nvCxnSpPr>
          <p:spPr>
            <a:xfrm>
              <a:off x="8172400"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87" name="Google Shape;87;p22"/>
            <p:cNvCxnSpPr/>
            <p:nvPr/>
          </p:nvCxnSpPr>
          <p:spPr>
            <a:xfrm>
              <a:off x="8316416"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88" name="Google Shape;88;p22"/>
            <p:cNvCxnSpPr/>
            <p:nvPr/>
          </p:nvCxnSpPr>
          <p:spPr>
            <a:xfrm>
              <a:off x="860444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89" name="Google Shape;89;p22"/>
            <p:cNvCxnSpPr/>
            <p:nvPr/>
          </p:nvCxnSpPr>
          <p:spPr>
            <a:xfrm>
              <a:off x="846043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90" name="Google Shape;90;p22"/>
            <p:cNvCxnSpPr/>
            <p:nvPr/>
          </p:nvCxnSpPr>
          <p:spPr>
            <a:xfrm>
              <a:off x="53955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91" name="Google Shape;91;p22"/>
            <p:cNvCxnSpPr/>
            <p:nvPr/>
          </p:nvCxnSpPr>
          <p:spPr>
            <a:xfrm>
              <a:off x="68356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92" name="Google Shape;92;p22"/>
            <p:cNvCxnSpPr/>
            <p:nvPr/>
          </p:nvCxnSpPr>
          <p:spPr>
            <a:xfrm>
              <a:off x="827584"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93" name="Google Shape;93;p22"/>
            <p:cNvCxnSpPr/>
            <p:nvPr/>
          </p:nvCxnSpPr>
          <p:spPr>
            <a:xfrm>
              <a:off x="971600"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94" name="Google Shape;94;p22"/>
            <p:cNvCxnSpPr/>
            <p:nvPr/>
          </p:nvCxnSpPr>
          <p:spPr>
            <a:xfrm>
              <a:off x="1115616"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95" name="Google Shape;95;p22"/>
            <p:cNvCxnSpPr/>
            <p:nvPr/>
          </p:nvCxnSpPr>
          <p:spPr>
            <a:xfrm>
              <a:off x="125963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96" name="Google Shape;96;p22"/>
            <p:cNvCxnSpPr/>
            <p:nvPr/>
          </p:nvCxnSpPr>
          <p:spPr>
            <a:xfrm>
              <a:off x="140364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97" name="Google Shape;97;p22"/>
            <p:cNvCxnSpPr/>
            <p:nvPr/>
          </p:nvCxnSpPr>
          <p:spPr>
            <a:xfrm>
              <a:off x="1547664"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98" name="Google Shape;98;p22"/>
            <p:cNvCxnSpPr/>
            <p:nvPr/>
          </p:nvCxnSpPr>
          <p:spPr>
            <a:xfrm>
              <a:off x="1691680"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99" name="Google Shape;99;p22"/>
            <p:cNvCxnSpPr/>
            <p:nvPr/>
          </p:nvCxnSpPr>
          <p:spPr>
            <a:xfrm>
              <a:off x="1835696"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00" name="Google Shape;100;p22"/>
            <p:cNvCxnSpPr/>
            <p:nvPr/>
          </p:nvCxnSpPr>
          <p:spPr>
            <a:xfrm>
              <a:off x="197971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01" name="Google Shape;101;p22"/>
            <p:cNvCxnSpPr/>
            <p:nvPr/>
          </p:nvCxnSpPr>
          <p:spPr>
            <a:xfrm>
              <a:off x="212372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02" name="Google Shape;102;p22"/>
            <p:cNvCxnSpPr/>
            <p:nvPr/>
          </p:nvCxnSpPr>
          <p:spPr>
            <a:xfrm>
              <a:off x="2267744"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03" name="Google Shape;103;p22"/>
            <p:cNvCxnSpPr/>
            <p:nvPr/>
          </p:nvCxnSpPr>
          <p:spPr>
            <a:xfrm>
              <a:off x="2411760"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04" name="Google Shape;104;p22"/>
            <p:cNvCxnSpPr/>
            <p:nvPr/>
          </p:nvCxnSpPr>
          <p:spPr>
            <a:xfrm>
              <a:off x="2555776"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05" name="Google Shape;105;p22"/>
            <p:cNvCxnSpPr/>
            <p:nvPr/>
          </p:nvCxnSpPr>
          <p:spPr>
            <a:xfrm>
              <a:off x="269979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06" name="Google Shape;106;p22"/>
            <p:cNvCxnSpPr/>
            <p:nvPr/>
          </p:nvCxnSpPr>
          <p:spPr>
            <a:xfrm>
              <a:off x="284380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07" name="Google Shape;107;p22"/>
            <p:cNvCxnSpPr/>
            <p:nvPr/>
          </p:nvCxnSpPr>
          <p:spPr>
            <a:xfrm>
              <a:off x="2987824"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08" name="Google Shape;108;p22"/>
            <p:cNvCxnSpPr/>
            <p:nvPr/>
          </p:nvCxnSpPr>
          <p:spPr>
            <a:xfrm>
              <a:off x="3131840"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09" name="Google Shape;109;p22"/>
            <p:cNvCxnSpPr/>
            <p:nvPr/>
          </p:nvCxnSpPr>
          <p:spPr>
            <a:xfrm>
              <a:off x="3275856"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10" name="Google Shape;110;p22"/>
            <p:cNvCxnSpPr/>
            <p:nvPr/>
          </p:nvCxnSpPr>
          <p:spPr>
            <a:xfrm>
              <a:off x="341987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11" name="Google Shape;111;p22"/>
            <p:cNvCxnSpPr/>
            <p:nvPr/>
          </p:nvCxnSpPr>
          <p:spPr>
            <a:xfrm>
              <a:off x="356388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12" name="Google Shape;112;p22"/>
            <p:cNvCxnSpPr/>
            <p:nvPr/>
          </p:nvCxnSpPr>
          <p:spPr>
            <a:xfrm>
              <a:off x="3707904"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13" name="Google Shape;113;p22"/>
            <p:cNvCxnSpPr/>
            <p:nvPr/>
          </p:nvCxnSpPr>
          <p:spPr>
            <a:xfrm>
              <a:off x="3851920"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14" name="Google Shape;114;p22"/>
            <p:cNvCxnSpPr/>
            <p:nvPr/>
          </p:nvCxnSpPr>
          <p:spPr>
            <a:xfrm>
              <a:off x="3995936"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15" name="Google Shape;115;p22"/>
            <p:cNvCxnSpPr/>
            <p:nvPr/>
          </p:nvCxnSpPr>
          <p:spPr>
            <a:xfrm>
              <a:off x="4283968"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16" name="Google Shape;116;p22"/>
            <p:cNvCxnSpPr/>
            <p:nvPr/>
          </p:nvCxnSpPr>
          <p:spPr>
            <a:xfrm>
              <a:off x="4139952"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17" name="Google Shape;117;p22"/>
            <p:cNvCxnSpPr/>
            <p:nvPr/>
          </p:nvCxnSpPr>
          <p:spPr>
            <a:xfrm>
              <a:off x="4427984" y="836710"/>
              <a:ext cx="0" cy="5687994"/>
            </a:xfrm>
            <a:prstGeom prst="straightConnector1">
              <a:avLst/>
            </a:prstGeom>
            <a:noFill/>
            <a:ln w="9525" cap="flat" cmpd="sng">
              <a:solidFill>
                <a:srgbClr val="D8D8D8"/>
              </a:solidFill>
              <a:prstDash val="solid"/>
              <a:round/>
              <a:headEnd type="none" w="sm" len="sm"/>
              <a:tailEnd type="none" w="sm" len="sm"/>
            </a:ln>
          </p:spPr>
        </p:cxnSp>
        <p:cxnSp>
          <p:nvCxnSpPr>
            <p:cNvPr id="118" name="Google Shape;118;p22"/>
            <p:cNvCxnSpPr/>
            <p:nvPr/>
          </p:nvCxnSpPr>
          <p:spPr>
            <a:xfrm rot="10800000">
              <a:off x="396464" y="3501008"/>
              <a:ext cx="8352000" cy="0"/>
            </a:xfrm>
            <a:prstGeom prst="straightConnector1">
              <a:avLst/>
            </a:prstGeom>
            <a:noFill/>
            <a:ln w="9525" cap="flat" cmpd="sng">
              <a:solidFill>
                <a:srgbClr val="D8D8D8"/>
              </a:solidFill>
              <a:prstDash val="solid"/>
              <a:round/>
              <a:headEnd type="none" w="sm" len="sm"/>
              <a:tailEnd type="none" w="sm" len="sm"/>
            </a:ln>
          </p:spPr>
        </p:cxnSp>
        <p:cxnSp>
          <p:nvCxnSpPr>
            <p:cNvPr id="119" name="Google Shape;119;p22"/>
            <p:cNvCxnSpPr/>
            <p:nvPr/>
          </p:nvCxnSpPr>
          <p:spPr>
            <a:xfrm rot="10800000">
              <a:off x="396464" y="3356992"/>
              <a:ext cx="8352000" cy="0"/>
            </a:xfrm>
            <a:prstGeom prst="straightConnector1">
              <a:avLst/>
            </a:prstGeom>
            <a:noFill/>
            <a:ln w="9525" cap="flat" cmpd="sng">
              <a:solidFill>
                <a:srgbClr val="D8D8D8"/>
              </a:solidFill>
              <a:prstDash val="solid"/>
              <a:round/>
              <a:headEnd type="none" w="sm" len="sm"/>
              <a:tailEnd type="none" w="sm" len="sm"/>
            </a:ln>
          </p:spPr>
        </p:cxnSp>
        <p:cxnSp>
          <p:nvCxnSpPr>
            <p:cNvPr id="120" name="Google Shape;120;p22"/>
            <p:cNvCxnSpPr/>
            <p:nvPr/>
          </p:nvCxnSpPr>
          <p:spPr>
            <a:xfrm rot="10800000">
              <a:off x="396464" y="3212976"/>
              <a:ext cx="8352000" cy="0"/>
            </a:xfrm>
            <a:prstGeom prst="straightConnector1">
              <a:avLst/>
            </a:prstGeom>
            <a:noFill/>
            <a:ln w="9525" cap="flat" cmpd="sng">
              <a:solidFill>
                <a:srgbClr val="D8D8D8"/>
              </a:solidFill>
              <a:prstDash val="solid"/>
              <a:round/>
              <a:headEnd type="none" w="sm" len="sm"/>
              <a:tailEnd type="none" w="sm" len="sm"/>
            </a:ln>
          </p:spPr>
        </p:cxnSp>
        <p:cxnSp>
          <p:nvCxnSpPr>
            <p:cNvPr id="121" name="Google Shape;121;p22"/>
            <p:cNvCxnSpPr/>
            <p:nvPr/>
          </p:nvCxnSpPr>
          <p:spPr>
            <a:xfrm rot="10800000">
              <a:off x="396464" y="3068960"/>
              <a:ext cx="8352000" cy="0"/>
            </a:xfrm>
            <a:prstGeom prst="straightConnector1">
              <a:avLst/>
            </a:prstGeom>
            <a:noFill/>
            <a:ln w="9525" cap="flat" cmpd="sng">
              <a:solidFill>
                <a:srgbClr val="D8D8D8"/>
              </a:solidFill>
              <a:prstDash val="solid"/>
              <a:round/>
              <a:headEnd type="none" w="sm" len="sm"/>
              <a:tailEnd type="none" w="sm" len="sm"/>
            </a:ln>
          </p:spPr>
        </p:cxnSp>
        <p:cxnSp>
          <p:nvCxnSpPr>
            <p:cNvPr id="122" name="Google Shape;122;p22"/>
            <p:cNvCxnSpPr/>
            <p:nvPr/>
          </p:nvCxnSpPr>
          <p:spPr>
            <a:xfrm rot="10800000">
              <a:off x="396464" y="2924944"/>
              <a:ext cx="8352000" cy="0"/>
            </a:xfrm>
            <a:prstGeom prst="straightConnector1">
              <a:avLst/>
            </a:prstGeom>
            <a:noFill/>
            <a:ln w="9525" cap="flat" cmpd="sng">
              <a:solidFill>
                <a:srgbClr val="D8D8D8"/>
              </a:solidFill>
              <a:prstDash val="solid"/>
              <a:round/>
              <a:headEnd type="none" w="sm" len="sm"/>
              <a:tailEnd type="none" w="sm" len="sm"/>
            </a:ln>
          </p:spPr>
        </p:cxnSp>
        <p:cxnSp>
          <p:nvCxnSpPr>
            <p:cNvPr id="123" name="Google Shape;123;p22"/>
            <p:cNvCxnSpPr/>
            <p:nvPr/>
          </p:nvCxnSpPr>
          <p:spPr>
            <a:xfrm rot="10800000">
              <a:off x="396464" y="2780928"/>
              <a:ext cx="8352000" cy="0"/>
            </a:xfrm>
            <a:prstGeom prst="straightConnector1">
              <a:avLst/>
            </a:prstGeom>
            <a:noFill/>
            <a:ln w="9525" cap="flat" cmpd="sng">
              <a:solidFill>
                <a:srgbClr val="D8D8D8"/>
              </a:solidFill>
              <a:prstDash val="solid"/>
              <a:round/>
              <a:headEnd type="none" w="sm" len="sm"/>
              <a:tailEnd type="none" w="sm" len="sm"/>
            </a:ln>
          </p:spPr>
        </p:cxnSp>
        <p:cxnSp>
          <p:nvCxnSpPr>
            <p:cNvPr id="124" name="Google Shape;124;p22"/>
            <p:cNvCxnSpPr/>
            <p:nvPr/>
          </p:nvCxnSpPr>
          <p:spPr>
            <a:xfrm rot="10800000">
              <a:off x="396464" y="2636912"/>
              <a:ext cx="8352000" cy="0"/>
            </a:xfrm>
            <a:prstGeom prst="straightConnector1">
              <a:avLst/>
            </a:prstGeom>
            <a:noFill/>
            <a:ln w="9525" cap="flat" cmpd="sng">
              <a:solidFill>
                <a:srgbClr val="D8D8D8"/>
              </a:solidFill>
              <a:prstDash val="solid"/>
              <a:round/>
              <a:headEnd type="none" w="sm" len="sm"/>
              <a:tailEnd type="none" w="sm" len="sm"/>
            </a:ln>
          </p:spPr>
        </p:cxnSp>
        <p:cxnSp>
          <p:nvCxnSpPr>
            <p:cNvPr id="125" name="Google Shape;125;p22"/>
            <p:cNvCxnSpPr/>
            <p:nvPr/>
          </p:nvCxnSpPr>
          <p:spPr>
            <a:xfrm rot="10800000">
              <a:off x="396464" y="2492896"/>
              <a:ext cx="8352000" cy="0"/>
            </a:xfrm>
            <a:prstGeom prst="straightConnector1">
              <a:avLst/>
            </a:prstGeom>
            <a:noFill/>
            <a:ln w="9525" cap="flat" cmpd="sng">
              <a:solidFill>
                <a:srgbClr val="D8D8D8"/>
              </a:solidFill>
              <a:prstDash val="solid"/>
              <a:round/>
              <a:headEnd type="none" w="sm" len="sm"/>
              <a:tailEnd type="none" w="sm" len="sm"/>
            </a:ln>
          </p:spPr>
        </p:cxnSp>
        <p:cxnSp>
          <p:nvCxnSpPr>
            <p:cNvPr id="126" name="Google Shape;126;p22"/>
            <p:cNvCxnSpPr/>
            <p:nvPr/>
          </p:nvCxnSpPr>
          <p:spPr>
            <a:xfrm rot="10800000">
              <a:off x="396464" y="2348880"/>
              <a:ext cx="8352000" cy="0"/>
            </a:xfrm>
            <a:prstGeom prst="straightConnector1">
              <a:avLst/>
            </a:prstGeom>
            <a:noFill/>
            <a:ln w="9525" cap="flat" cmpd="sng">
              <a:solidFill>
                <a:srgbClr val="D8D8D8"/>
              </a:solidFill>
              <a:prstDash val="solid"/>
              <a:round/>
              <a:headEnd type="none" w="sm" len="sm"/>
              <a:tailEnd type="none" w="sm" len="sm"/>
            </a:ln>
          </p:spPr>
        </p:cxnSp>
        <p:cxnSp>
          <p:nvCxnSpPr>
            <p:cNvPr id="127" name="Google Shape;127;p22"/>
            <p:cNvCxnSpPr/>
            <p:nvPr/>
          </p:nvCxnSpPr>
          <p:spPr>
            <a:xfrm rot="10800000">
              <a:off x="396464" y="2204864"/>
              <a:ext cx="8352000" cy="0"/>
            </a:xfrm>
            <a:prstGeom prst="straightConnector1">
              <a:avLst/>
            </a:prstGeom>
            <a:noFill/>
            <a:ln w="9525" cap="flat" cmpd="sng">
              <a:solidFill>
                <a:srgbClr val="D8D8D8"/>
              </a:solidFill>
              <a:prstDash val="solid"/>
              <a:round/>
              <a:headEnd type="none" w="sm" len="sm"/>
              <a:tailEnd type="none" w="sm" len="sm"/>
            </a:ln>
          </p:spPr>
        </p:cxnSp>
        <p:cxnSp>
          <p:nvCxnSpPr>
            <p:cNvPr id="128" name="Google Shape;128;p22"/>
            <p:cNvCxnSpPr/>
            <p:nvPr/>
          </p:nvCxnSpPr>
          <p:spPr>
            <a:xfrm rot="10800000">
              <a:off x="396464" y="2060848"/>
              <a:ext cx="8352000" cy="0"/>
            </a:xfrm>
            <a:prstGeom prst="straightConnector1">
              <a:avLst/>
            </a:prstGeom>
            <a:noFill/>
            <a:ln w="9525" cap="flat" cmpd="sng">
              <a:solidFill>
                <a:srgbClr val="D8D8D8"/>
              </a:solidFill>
              <a:prstDash val="solid"/>
              <a:round/>
              <a:headEnd type="none" w="sm" len="sm"/>
              <a:tailEnd type="none" w="sm" len="sm"/>
            </a:ln>
          </p:spPr>
        </p:cxnSp>
        <p:cxnSp>
          <p:nvCxnSpPr>
            <p:cNvPr id="129" name="Google Shape;129;p22"/>
            <p:cNvCxnSpPr/>
            <p:nvPr/>
          </p:nvCxnSpPr>
          <p:spPr>
            <a:xfrm rot="10800000">
              <a:off x="396464" y="1916832"/>
              <a:ext cx="8352000" cy="0"/>
            </a:xfrm>
            <a:prstGeom prst="straightConnector1">
              <a:avLst/>
            </a:prstGeom>
            <a:noFill/>
            <a:ln w="9525" cap="flat" cmpd="sng">
              <a:solidFill>
                <a:srgbClr val="D8D8D8"/>
              </a:solidFill>
              <a:prstDash val="solid"/>
              <a:round/>
              <a:headEnd type="none" w="sm" len="sm"/>
              <a:tailEnd type="none" w="sm" len="sm"/>
            </a:ln>
          </p:spPr>
        </p:cxnSp>
        <p:cxnSp>
          <p:nvCxnSpPr>
            <p:cNvPr id="130" name="Google Shape;130;p22"/>
            <p:cNvCxnSpPr/>
            <p:nvPr/>
          </p:nvCxnSpPr>
          <p:spPr>
            <a:xfrm rot="10800000">
              <a:off x="396464" y="1772816"/>
              <a:ext cx="8352000" cy="0"/>
            </a:xfrm>
            <a:prstGeom prst="straightConnector1">
              <a:avLst/>
            </a:prstGeom>
            <a:noFill/>
            <a:ln w="9525" cap="flat" cmpd="sng">
              <a:solidFill>
                <a:srgbClr val="D8D8D8"/>
              </a:solidFill>
              <a:prstDash val="solid"/>
              <a:round/>
              <a:headEnd type="none" w="sm" len="sm"/>
              <a:tailEnd type="none" w="sm" len="sm"/>
            </a:ln>
          </p:spPr>
        </p:cxnSp>
        <p:cxnSp>
          <p:nvCxnSpPr>
            <p:cNvPr id="131" name="Google Shape;131;p22"/>
            <p:cNvCxnSpPr/>
            <p:nvPr/>
          </p:nvCxnSpPr>
          <p:spPr>
            <a:xfrm rot="10800000">
              <a:off x="396464" y="1628800"/>
              <a:ext cx="8352000" cy="0"/>
            </a:xfrm>
            <a:prstGeom prst="straightConnector1">
              <a:avLst/>
            </a:prstGeom>
            <a:noFill/>
            <a:ln w="9525" cap="flat" cmpd="sng">
              <a:solidFill>
                <a:srgbClr val="D8D8D8"/>
              </a:solidFill>
              <a:prstDash val="solid"/>
              <a:round/>
              <a:headEnd type="none" w="sm" len="sm"/>
              <a:tailEnd type="none" w="sm" len="sm"/>
            </a:ln>
          </p:spPr>
        </p:cxnSp>
        <p:cxnSp>
          <p:nvCxnSpPr>
            <p:cNvPr id="132" name="Google Shape;132;p22"/>
            <p:cNvCxnSpPr/>
            <p:nvPr/>
          </p:nvCxnSpPr>
          <p:spPr>
            <a:xfrm rot="10800000">
              <a:off x="396464" y="1484784"/>
              <a:ext cx="8352000" cy="0"/>
            </a:xfrm>
            <a:prstGeom prst="straightConnector1">
              <a:avLst/>
            </a:prstGeom>
            <a:noFill/>
            <a:ln w="9525" cap="flat" cmpd="sng">
              <a:solidFill>
                <a:srgbClr val="D8D8D8"/>
              </a:solidFill>
              <a:prstDash val="solid"/>
              <a:round/>
              <a:headEnd type="none" w="sm" len="sm"/>
              <a:tailEnd type="none" w="sm" len="sm"/>
            </a:ln>
          </p:spPr>
        </p:cxnSp>
        <p:cxnSp>
          <p:nvCxnSpPr>
            <p:cNvPr id="133" name="Google Shape;133;p22"/>
            <p:cNvCxnSpPr/>
            <p:nvPr/>
          </p:nvCxnSpPr>
          <p:spPr>
            <a:xfrm rot="10800000">
              <a:off x="396464" y="1340768"/>
              <a:ext cx="8352000" cy="0"/>
            </a:xfrm>
            <a:prstGeom prst="straightConnector1">
              <a:avLst/>
            </a:prstGeom>
            <a:noFill/>
            <a:ln w="9525" cap="flat" cmpd="sng">
              <a:solidFill>
                <a:srgbClr val="D8D8D8"/>
              </a:solidFill>
              <a:prstDash val="solid"/>
              <a:round/>
              <a:headEnd type="none" w="sm" len="sm"/>
              <a:tailEnd type="none" w="sm" len="sm"/>
            </a:ln>
          </p:spPr>
        </p:cxnSp>
        <p:cxnSp>
          <p:nvCxnSpPr>
            <p:cNvPr id="134" name="Google Shape;134;p22"/>
            <p:cNvCxnSpPr/>
            <p:nvPr/>
          </p:nvCxnSpPr>
          <p:spPr>
            <a:xfrm rot="10800000">
              <a:off x="396464" y="1196752"/>
              <a:ext cx="8352000" cy="0"/>
            </a:xfrm>
            <a:prstGeom prst="straightConnector1">
              <a:avLst/>
            </a:prstGeom>
            <a:noFill/>
            <a:ln w="9525" cap="flat" cmpd="sng">
              <a:solidFill>
                <a:srgbClr val="D8D8D8"/>
              </a:solidFill>
              <a:prstDash val="solid"/>
              <a:round/>
              <a:headEnd type="none" w="sm" len="sm"/>
              <a:tailEnd type="none" w="sm" len="sm"/>
            </a:ln>
          </p:spPr>
        </p:cxnSp>
        <p:cxnSp>
          <p:nvCxnSpPr>
            <p:cNvPr id="135" name="Google Shape;135;p22"/>
            <p:cNvCxnSpPr/>
            <p:nvPr/>
          </p:nvCxnSpPr>
          <p:spPr>
            <a:xfrm rot="10800000">
              <a:off x="396464" y="1052736"/>
              <a:ext cx="8352000" cy="0"/>
            </a:xfrm>
            <a:prstGeom prst="straightConnector1">
              <a:avLst/>
            </a:prstGeom>
            <a:noFill/>
            <a:ln w="9525" cap="flat" cmpd="sng">
              <a:solidFill>
                <a:srgbClr val="D8D8D8"/>
              </a:solidFill>
              <a:prstDash val="solid"/>
              <a:round/>
              <a:headEnd type="none" w="sm" len="sm"/>
              <a:tailEnd type="none" w="sm" len="sm"/>
            </a:ln>
          </p:spPr>
        </p:cxnSp>
        <p:cxnSp>
          <p:nvCxnSpPr>
            <p:cNvPr id="136" name="Google Shape;136;p22"/>
            <p:cNvCxnSpPr/>
            <p:nvPr/>
          </p:nvCxnSpPr>
          <p:spPr>
            <a:xfrm rot="10800000">
              <a:off x="395536" y="3789040"/>
              <a:ext cx="8351992" cy="0"/>
            </a:xfrm>
            <a:prstGeom prst="straightConnector1">
              <a:avLst/>
            </a:prstGeom>
            <a:noFill/>
            <a:ln w="9525" cap="flat" cmpd="sng">
              <a:solidFill>
                <a:srgbClr val="D8D8D8"/>
              </a:solidFill>
              <a:prstDash val="solid"/>
              <a:round/>
              <a:headEnd type="none" w="sm" len="sm"/>
              <a:tailEnd type="none" w="sm" len="sm"/>
            </a:ln>
          </p:spPr>
        </p:cxnSp>
        <p:cxnSp>
          <p:nvCxnSpPr>
            <p:cNvPr id="137" name="Google Shape;137;p22"/>
            <p:cNvCxnSpPr/>
            <p:nvPr/>
          </p:nvCxnSpPr>
          <p:spPr>
            <a:xfrm rot="10800000">
              <a:off x="395536" y="4221088"/>
              <a:ext cx="8351992" cy="0"/>
            </a:xfrm>
            <a:prstGeom prst="straightConnector1">
              <a:avLst/>
            </a:prstGeom>
            <a:noFill/>
            <a:ln w="9525" cap="flat" cmpd="sng">
              <a:solidFill>
                <a:srgbClr val="D8D8D8"/>
              </a:solidFill>
              <a:prstDash val="solid"/>
              <a:round/>
              <a:headEnd type="none" w="sm" len="sm"/>
              <a:tailEnd type="none" w="sm" len="sm"/>
            </a:ln>
          </p:spPr>
        </p:cxnSp>
        <p:cxnSp>
          <p:nvCxnSpPr>
            <p:cNvPr id="138" name="Google Shape;138;p22"/>
            <p:cNvCxnSpPr/>
            <p:nvPr/>
          </p:nvCxnSpPr>
          <p:spPr>
            <a:xfrm rot="10800000">
              <a:off x="395536" y="4077072"/>
              <a:ext cx="8351992" cy="0"/>
            </a:xfrm>
            <a:prstGeom prst="straightConnector1">
              <a:avLst/>
            </a:prstGeom>
            <a:noFill/>
            <a:ln w="9525" cap="flat" cmpd="sng">
              <a:solidFill>
                <a:srgbClr val="D8D8D8"/>
              </a:solidFill>
              <a:prstDash val="solid"/>
              <a:round/>
              <a:headEnd type="none" w="sm" len="sm"/>
              <a:tailEnd type="none" w="sm" len="sm"/>
            </a:ln>
          </p:spPr>
        </p:cxnSp>
        <p:cxnSp>
          <p:nvCxnSpPr>
            <p:cNvPr id="139" name="Google Shape;139;p22"/>
            <p:cNvCxnSpPr/>
            <p:nvPr/>
          </p:nvCxnSpPr>
          <p:spPr>
            <a:xfrm rot="10800000">
              <a:off x="395536" y="3933056"/>
              <a:ext cx="8351992" cy="0"/>
            </a:xfrm>
            <a:prstGeom prst="straightConnector1">
              <a:avLst/>
            </a:prstGeom>
            <a:noFill/>
            <a:ln w="9525" cap="flat" cmpd="sng">
              <a:solidFill>
                <a:srgbClr val="D8D8D8"/>
              </a:solidFill>
              <a:prstDash val="solid"/>
              <a:round/>
              <a:headEnd type="none" w="sm" len="sm"/>
              <a:tailEnd type="none" w="sm" len="sm"/>
            </a:ln>
          </p:spPr>
        </p:cxnSp>
        <p:cxnSp>
          <p:nvCxnSpPr>
            <p:cNvPr id="140" name="Google Shape;140;p22"/>
            <p:cNvCxnSpPr/>
            <p:nvPr/>
          </p:nvCxnSpPr>
          <p:spPr>
            <a:xfrm rot="10800000">
              <a:off x="395536" y="4653136"/>
              <a:ext cx="8351992" cy="0"/>
            </a:xfrm>
            <a:prstGeom prst="straightConnector1">
              <a:avLst/>
            </a:prstGeom>
            <a:noFill/>
            <a:ln w="9525" cap="flat" cmpd="sng">
              <a:solidFill>
                <a:srgbClr val="D8D8D8"/>
              </a:solidFill>
              <a:prstDash val="solid"/>
              <a:round/>
              <a:headEnd type="none" w="sm" len="sm"/>
              <a:tailEnd type="none" w="sm" len="sm"/>
            </a:ln>
          </p:spPr>
        </p:cxnSp>
        <p:cxnSp>
          <p:nvCxnSpPr>
            <p:cNvPr id="141" name="Google Shape;141;p22"/>
            <p:cNvCxnSpPr/>
            <p:nvPr/>
          </p:nvCxnSpPr>
          <p:spPr>
            <a:xfrm rot="10800000">
              <a:off x="395536" y="4509120"/>
              <a:ext cx="8351992" cy="0"/>
            </a:xfrm>
            <a:prstGeom prst="straightConnector1">
              <a:avLst/>
            </a:prstGeom>
            <a:noFill/>
            <a:ln w="9525" cap="flat" cmpd="sng">
              <a:solidFill>
                <a:srgbClr val="D8D8D8"/>
              </a:solidFill>
              <a:prstDash val="solid"/>
              <a:round/>
              <a:headEnd type="none" w="sm" len="sm"/>
              <a:tailEnd type="none" w="sm" len="sm"/>
            </a:ln>
          </p:spPr>
        </p:cxnSp>
        <p:cxnSp>
          <p:nvCxnSpPr>
            <p:cNvPr id="142" name="Google Shape;142;p22"/>
            <p:cNvCxnSpPr/>
            <p:nvPr/>
          </p:nvCxnSpPr>
          <p:spPr>
            <a:xfrm rot="10800000">
              <a:off x="395536" y="4365104"/>
              <a:ext cx="8351992" cy="0"/>
            </a:xfrm>
            <a:prstGeom prst="straightConnector1">
              <a:avLst/>
            </a:prstGeom>
            <a:noFill/>
            <a:ln w="9525" cap="flat" cmpd="sng">
              <a:solidFill>
                <a:srgbClr val="D8D8D8"/>
              </a:solidFill>
              <a:prstDash val="solid"/>
              <a:round/>
              <a:headEnd type="none" w="sm" len="sm"/>
              <a:tailEnd type="none" w="sm" len="sm"/>
            </a:ln>
          </p:spPr>
        </p:cxnSp>
        <p:cxnSp>
          <p:nvCxnSpPr>
            <p:cNvPr id="143" name="Google Shape;143;p22"/>
            <p:cNvCxnSpPr/>
            <p:nvPr/>
          </p:nvCxnSpPr>
          <p:spPr>
            <a:xfrm rot="10800000">
              <a:off x="395536" y="5085184"/>
              <a:ext cx="8351992" cy="0"/>
            </a:xfrm>
            <a:prstGeom prst="straightConnector1">
              <a:avLst/>
            </a:prstGeom>
            <a:noFill/>
            <a:ln w="9525" cap="flat" cmpd="sng">
              <a:solidFill>
                <a:srgbClr val="D8D8D8"/>
              </a:solidFill>
              <a:prstDash val="solid"/>
              <a:round/>
              <a:headEnd type="none" w="sm" len="sm"/>
              <a:tailEnd type="none" w="sm" len="sm"/>
            </a:ln>
          </p:spPr>
        </p:cxnSp>
        <p:cxnSp>
          <p:nvCxnSpPr>
            <p:cNvPr id="144" name="Google Shape;144;p22"/>
            <p:cNvCxnSpPr/>
            <p:nvPr/>
          </p:nvCxnSpPr>
          <p:spPr>
            <a:xfrm rot="10800000">
              <a:off x="395536" y="4941168"/>
              <a:ext cx="8351992" cy="0"/>
            </a:xfrm>
            <a:prstGeom prst="straightConnector1">
              <a:avLst/>
            </a:prstGeom>
            <a:noFill/>
            <a:ln w="9525" cap="flat" cmpd="sng">
              <a:solidFill>
                <a:srgbClr val="D8D8D8"/>
              </a:solidFill>
              <a:prstDash val="solid"/>
              <a:round/>
              <a:headEnd type="none" w="sm" len="sm"/>
              <a:tailEnd type="none" w="sm" len="sm"/>
            </a:ln>
          </p:spPr>
        </p:cxnSp>
        <p:cxnSp>
          <p:nvCxnSpPr>
            <p:cNvPr id="145" name="Google Shape;145;p22"/>
            <p:cNvCxnSpPr/>
            <p:nvPr/>
          </p:nvCxnSpPr>
          <p:spPr>
            <a:xfrm rot="10800000">
              <a:off x="395536" y="4797152"/>
              <a:ext cx="8351992" cy="0"/>
            </a:xfrm>
            <a:prstGeom prst="straightConnector1">
              <a:avLst/>
            </a:prstGeom>
            <a:noFill/>
            <a:ln w="9525" cap="flat" cmpd="sng">
              <a:solidFill>
                <a:srgbClr val="D8D8D8"/>
              </a:solidFill>
              <a:prstDash val="solid"/>
              <a:round/>
              <a:headEnd type="none" w="sm" len="sm"/>
              <a:tailEnd type="none" w="sm" len="sm"/>
            </a:ln>
          </p:spPr>
        </p:cxnSp>
        <p:cxnSp>
          <p:nvCxnSpPr>
            <p:cNvPr id="146" name="Google Shape;146;p22"/>
            <p:cNvCxnSpPr/>
            <p:nvPr/>
          </p:nvCxnSpPr>
          <p:spPr>
            <a:xfrm rot="10800000">
              <a:off x="395536" y="5517232"/>
              <a:ext cx="8351992" cy="0"/>
            </a:xfrm>
            <a:prstGeom prst="straightConnector1">
              <a:avLst/>
            </a:prstGeom>
            <a:noFill/>
            <a:ln w="9525" cap="flat" cmpd="sng">
              <a:solidFill>
                <a:srgbClr val="D8D8D8"/>
              </a:solidFill>
              <a:prstDash val="solid"/>
              <a:round/>
              <a:headEnd type="none" w="sm" len="sm"/>
              <a:tailEnd type="none" w="sm" len="sm"/>
            </a:ln>
          </p:spPr>
        </p:cxnSp>
        <p:cxnSp>
          <p:nvCxnSpPr>
            <p:cNvPr id="147" name="Google Shape;147;p22"/>
            <p:cNvCxnSpPr/>
            <p:nvPr/>
          </p:nvCxnSpPr>
          <p:spPr>
            <a:xfrm rot="10800000">
              <a:off x="395536" y="5373216"/>
              <a:ext cx="8351992" cy="0"/>
            </a:xfrm>
            <a:prstGeom prst="straightConnector1">
              <a:avLst/>
            </a:prstGeom>
            <a:noFill/>
            <a:ln w="9525" cap="flat" cmpd="sng">
              <a:solidFill>
                <a:srgbClr val="D8D8D8"/>
              </a:solidFill>
              <a:prstDash val="solid"/>
              <a:round/>
              <a:headEnd type="none" w="sm" len="sm"/>
              <a:tailEnd type="none" w="sm" len="sm"/>
            </a:ln>
          </p:spPr>
        </p:cxnSp>
        <p:cxnSp>
          <p:nvCxnSpPr>
            <p:cNvPr id="148" name="Google Shape;148;p22"/>
            <p:cNvCxnSpPr/>
            <p:nvPr/>
          </p:nvCxnSpPr>
          <p:spPr>
            <a:xfrm rot="10800000">
              <a:off x="395536" y="5229200"/>
              <a:ext cx="8351992" cy="0"/>
            </a:xfrm>
            <a:prstGeom prst="straightConnector1">
              <a:avLst/>
            </a:prstGeom>
            <a:noFill/>
            <a:ln w="9525" cap="flat" cmpd="sng">
              <a:solidFill>
                <a:srgbClr val="D8D8D8"/>
              </a:solidFill>
              <a:prstDash val="solid"/>
              <a:round/>
              <a:headEnd type="none" w="sm" len="sm"/>
              <a:tailEnd type="none" w="sm" len="sm"/>
            </a:ln>
          </p:spPr>
        </p:cxnSp>
        <p:cxnSp>
          <p:nvCxnSpPr>
            <p:cNvPr id="149" name="Google Shape;149;p22"/>
            <p:cNvCxnSpPr/>
            <p:nvPr/>
          </p:nvCxnSpPr>
          <p:spPr>
            <a:xfrm rot="10800000">
              <a:off x="395536" y="5949280"/>
              <a:ext cx="8351992" cy="0"/>
            </a:xfrm>
            <a:prstGeom prst="straightConnector1">
              <a:avLst/>
            </a:prstGeom>
            <a:noFill/>
            <a:ln w="9525" cap="flat" cmpd="sng">
              <a:solidFill>
                <a:srgbClr val="D8D8D8"/>
              </a:solidFill>
              <a:prstDash val="solid"/>
              <a:round/>
              <a:headEnd type="none" w="sm" len="sm"/>
              <a:tailEnd type="none" w="sm" len="sm"/>
            </a:ln>
          </p:spPr>
        </p:cxnSp>
        <p:cxnSp>
          <p:nvCxnSpPr>
            <p:cNvPr id="150" name="Google Shape;150;p22"/>
            <p:cNvCxnSpPr/>
            <p:nvPr/>
          </p:nvCxnSpPr>
          <p:spPr>
            <a:xfrm rot="10800000">
              <a:off x="395536" y="5805264"/>
              <a:ext cx="8351992" cy="0"/>
            </a:xfrm>
            <a:prstGeom prst="straightConnector1">
              <a:avLst/>
            </a:prstGeom>
            <a:noFill/>
            <a:ln w="9525" cap="flat" cmpd="sng">
              <a:solidFill>
                <a:srgbClr val="D8D8D8"/>
              </a:solidFill>
              <a:prstDash val="solid"/>
              <a:round/>
              <a:headEnd type="none" w="sm" len="sm"/>
              <a:tailEnd type="none" w="sm" len="sm"/>
            </a:ln>
          </p:spPr>
        </p:cxnSp>
        <p:cxnSp>
          <p:nvCxnSpPr>
            <p:cNvPr id="151" name="Google Shape;151;p22"/>
            <p:cNvCxnSpPr/>
            <p:nvPr/>
          </p:nvCxnSpPr>
          <p:spPr>
            <a:xfrm rot="10800000">
              <a:off x="395536" y="5661248"/>
              <a:ext cx="8351992" cy="0"/>
            </a:xfrm>
            <a:prstGeom prst="straightConnector1">
              <a:avLst/>
            </a:prstGeom>
            <a:noFill/>
            <a:ln w="9525" cap="flat" cmpd="sng">
              <a:solidFill>
                <a:srgbClr val="D8D8D8"/>
              </a:solidFill>
              <a:prstDash val="solid"/>
              <a:round/>
              <a:headEnd type="none" w="sm" len="sm"/>
              <a:tailEnd type="none" w="sm" len="sm"/>
            </a:ln>
          </p:spPr>
        </p:cxnSp>
        <p:cxnSp>
          <p:nvCxnSpPr>
            <p:cNvPr id="152" name="Google Shape;152;p22"/>
            <p:cNvCxnSpPr/>
            <p:nvPr/>
          </p:nvCxnSpPr>
          <p:spPr>
            <a:xfrm rot="10800000">
              <a:off x="395536" y="6381328"/>
              <a:ext cx="8351992" cy="0"/>
            </a:xfrm>
            <a:prstGeom prst="straightConnector1">
              <a:avLst/>
            </a:prstGeom>
            <a:noFill/>
            <a:ln w="9525" cap="flat" cmpd="sng">
              <a:solidFill>
                <a:srgbClr val="D8D8D8"/>
              </a:solidFill>
              <a:prstDash val="solid"/>
              <a:round/>
              <a:headEnd type="none" w="sm" len="sm"/>
              <a:tailEnd type="none" w="sm" len="sm"/>
            </a:ln>
          </p:spPr>
        </p:cxnSp>
        <p:cxnSp>
          <p:nvCxnSpPr>
            <p:cNvPr id="153" name="Google Shape;153;p22"/>
            <p:cNvCxnSpPr/>
            <p:nvPr/>
          </p:nvCxnSpPr>
          <p:spPr>
            <a:xfrm rot="10800000">
              <a:off x="395536" y="6237312"/>
              <a:ext cx="8351992" cy="0"/>
            </a:xfrm>
            <a:prstGeom prst="straightConnector1">
              <a:avLst/>
            </a:prstGeom>
            <a:noFill/>
            <a:ln w="9525" cap="flat" cmpd="sng">
              <a:solidFill>
                <a:srgbClr val="D8D8D8"/>
              </a:solidFill>
              <a:prstDash val="solid"/>
              <a:round/>
              <a:headEnd type="none" w="sm" len="sm"/>
              <a:tailEnd type="none" w="sm" len="sm"/>
            </a:ln>
          </p:spPr>
        </p:cxnSp>
        <p:cxnSp>
          <p:nvCxnSpPr>
            <p:cNvPr id="154" name="Google Shape;154;p22"/>
            <p:cNvCxnSpPr/>
            <p:nvPr/>
          </p:nvCxnSpPr>
          <p:spPr>
            <a:xfrm rot="10800000">
              <a:off x="395536" y="6093296"/>
              <a:ext cx="8351992" cy="0"/>
            </a:xfrm>
            <a:prstGeom prst="straightConnector1">
              <a:avLst/>
            </a:prstGeom>
            <a:noFill/>
            <a:ln w="9525" cap="flat" cmpd="sng">
              <a:solidFill>
                <a:srgbClr val="D8D8D8"/>
              </a:solidFill>
              <a:prstDash val="solid"/>
              <a:round/>
              <a:headEnd type="none" w="sm" len="sm"/>
              <a:tailEnd type="none" w="sm" len="sm"/>
            </a:ln>
          </p:spPr>
        </p:cxnSp>
        <p:cxnSp>
          <p:nvCxnSpPr>
            <p:cNvPr id="155" name="Google Shape;155;p22"/>
            <p:cNvCxnSpPr/>
            <p:nvPr/>
          </p:nvCxnSpPr>
          <p:spPr>
            <a:xfrm rot="10800000">
              <a:off x="396464" y="908720"/>
              <a:ext cx="8352000" cy="0"/>
            </a:xfrm>
            <a:prstGeom prst="straightConnector1">
              <a:avLst/>
            </a:prstGeom>
            <a:noFill/>
            <a:ln w="9525" cap="flat" cmpd="sng">
              <a:solidFill>
                <a:srgbClr val="D8D8D8"/>
              </a:solidFill>
              <a:prstDash val="solid"/>
              <a:round/>
              <a:headEnd type="none" w="sm" len="sm"/>
              <a:tailEnd type="none" w="sm" len="sm"/>
            </a:ln>
          </p:spPr>
        </p:cxnSp>
        <p:sp>
          <p:nvSpPr>
            <p:cNvPr id="156" name="Google Shape;156;p22"/>
            <p:cNvSpPr/>
            <p:nvPr/>
          </p:nvSpPr>
          <p:spPr>
            <a:xfrm>
              <a:off x="395536" y="836710"/>
              <a:ext cx="8352929" cy="5688633"/>
            </a:xfrm>
            <a:prstGeom prst="rect">
              <a:avLst/>
            </a:prstGeom>
            <a:noFill/>
            <a:ln w="12700" cap="flat" cmpd="sng">
              <a:solidFill>
                <a:srgbClr val="D8D8D8"/>
              </a:solidFill>
              <a:prstDash val="solid"/>
              <a:round/>
              <a:headEnd type="none" w="sm" len="sm"/>
              <a:tailEnd type="none" w="sm" len="sm"/>
            </a:ln>
          </p:spPr>
          <p:txBody>
            <a:bodyPr spcFirstLastPara="1" wrap="square" lIns="0" tIns="0" rIns="0" bIns="0" anchor="b" anchorCtr="0">
              <a:noAutofit/>
            </a:bodyPr>
            <a:lstStyle/>
            <a:p>
              <a:pPr marL="0" marR="0" lvl="0" indent="0" algn="r" rtl="0">
                <a:lnSpc>
                  <a:spcPct val="94736"/>
                </a:lnSpc>
                <a:spcBef>
                  <a:spcPts val="0"/>
                </a:spcBef>
                <a:spcAft>
                  <a:spcPts val="0"/>
                </a:spcAft>
                <a:buNone/>
              </a:pPr>
              <a:endParaRPr sz="950">
                <a:solidFill>
                  <a:srgbClr val="404E0A"/>
                </a:solidFill>
                <a:latin typeface="Arial"/>
                <a:ea typeface="Arial"/>
                <a:cs typeface="Arial"/>
                <a:sym typeface="Arial"/>
              </a:endParaRPr>
            </a:p>
          </p:txBody>
        </p:sp>
        <p:cxnSp>
          <p:nvCxnSpPr>
            <p:cNvPr id="157" name="Google Shape;157;p22"/>
            <p:cNvCxnSpPr>
              <a:stCxn id="156" idx="0"/>
              <a:endCxn id="156" idx="2"/>
            </p:cNvCxnSpPr>
            <p:nvPr/>
          </p:nvCxnSpPr>
          <p:spPr>
            <a:xfrm>
              <a:off x="4572001" y="836710"/>
              <a:ext cx="0" cy="5688600"/>
            </a:xfrm>
            <a:prstGeom prst="straightConnector1">
              <a:avLst/>
            </a:prstGeom>
            <a:noFill/>
            <a:ln w="12700" cap="flat" cmpd="sng">
              <a:solidFill>
                <a:srgbClr val="D8D8D8"/>
              </a:solidFill>
              <a:prstDash val="solid"/>
              <a:round/>
              <a:headEnd type="none" w="sm" len="sm"/>
              <a:tailEnd type="none" w="sm" len="sm"/>
            </a:ln>
          </p:spPr>
        </p:cxnSp>
        <p:cxnSp>
          <p:nvCxnSpPr>
            <p:cNvPr id="158" name="Google Shape;158;p22"/>
            <p:cNvCxnSpPr/>
            <p:nvPr/>
          </p:nvCxnSpPr>
          <p:spPr>
            <a:xfrm rot="10800000">
              <a:off x="396464" y="3645344"/>
              <a:ext cx="8352000" cy="0"/>
            </a:xfrm>
            <a:prstGeom prst="straightConnector1">
              <a:avLst/>
            </a:prstGeom>
            <a:noFill/>
            <a:ln w="12700" cap="flat" cmpd="sng">
              <a:solidFill>
                <a:srgbClr val="D8D8D8"/>
              </a:solidFill>
              <a:prstDash val="solid"/>
              <a:round/>
              <a:headEnd type="none" w="sm" len="sm"/>
              <a:tailEnd type="none" w="sm" len="sm"/>
            </a:ln>
          </p:spPr>
        </p:cxnSp>
      </p:grpSp>
      <p:sp>
        <p:nvSpPr>
          <p:cNvPr id="159" name="Google Shape;159;p22"/>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33_タイトルとコンテンツ">
  <p:cSld name="33_タイトルとコンテンツ">
    <p:spTree>
      <p:nvGrpSpPr>
        <p:cNvPr id="1" name="Shape 169"/>
        <p:cNvGrpSpPr/>
        <p:nvPr/>
      </p:nvGrpSpPr>
      <p:grpSpPr>
        <a:xfrm>
          <a:off x="0" y="0"/>
          <a:ext cx="0" cy="0"/>
          <a:chOff x="0" y="0"/>
          <a:chExt cx="0" cy="0"/>
        </a:xfrm>
      </p:grpSpPr>
      <p:pic>
        <p:nvPicPr>
          <p:cNvPr id="170" name="Google Shape;170;p24"/>
          <p:cNvPicPr preferRelativeResize="0"/>
          <p:nvPr/>
        </p:nvPicPr>
        <p:blipFill rotWithShape="1">
          <a:blip r:embed="rId2">
            <a:alphaModFix/>
          </a:blip>
          <a:srcRect/>
          <a:stretch/>
        </p:blipFill>
        <p:spPr>
          <a:xfrm>
            <a:off x="-1587" y="-2704"/>
            <a:ext cx="9144000" cy="6096000"/>
          </a:xfrm>
          <a:prstGeom prst="rect">
            <a:avLst/>
          </a:prstGeom>
          <a:noFill/>
          <a:ln>
            <a:noFill/>
          </a:ln>
        </p:spPr>
      </p:pic>
      <p:sp>
        <p:nvSpPr>
          <p:cNvPr id="171" name="Google Shape;171;p24"/>
          <p:cNvSpPr/>
          <p:nvPr/>
        </p:nvSpPr>
        <p:spPr>
          <a:xfrm>
            <a:off x="-4749" y="3293608"/>
            <a:ext cx="9147839" cy="3570058"/>
          </a:xfrm>
          <a:custGeom>
            <a:avLst/>
            <a:gdLst/>
            <a:ahLst/>
            <a:cxnLst/>
            <a:rect l="l" t="t" r="r" b="b"/>
            <a:pathLst>
              <a:path w="9147839" h="3570058" extrusionOk="0">
                <a:moveTo>
                  <a:pt x="4209642" y="0"/>
                </a:moveTo>
                <a:lnTo>
                  <a:pt x="9147839" y="1854200"/>
                </a:lnTo>
                <a:lnTo>
                  <a:pt x="9147839" y="3566886"/>
                </a:lnTo>
                <a:lnTo>
                  <a:pt x="0" y="3570058"/>
                </a:lnTo>
                <a:lnTo>
                  <a:pt x="0" y="2794989"/>
                </a:lnTo>
                <a:lnTo>
                  <a:pt x="4209642" y="0"/>
                </a:lnTo>
                <a:close/>
              </a:path>
            </a:pathLst>
          </a:custGeom>
          <a:gradFill>
            <a:gsLst>
              <a:gs pos="0">
                <a:srgbClr val="176E65">
                  <a:alpha val="90196"/>
                </a:srgbClr>
              </a:gs>
              <a:gs pos="51000">
                <a:srgbClr val="176E65">
                  <a:alpha val="90196"/>
                </a:srgbClr>
              </a:gs>
              <a:gs pos="79000">
                <a:srgbClr val="006057"/>
              </a:gs>
              <a:gs pos="93000">
                <a:srgbClr val="005C55"/>
              </a:gs>
              <a:gs pos="100000">
                <a:srgbClr val="005C55"/>
              </a:gs>
            </a:gsLst>
            <a:lin ang="5400000" scaled="0"/>
          </a:gradFill>
          <a:ln>
            <a:noFill/>
          </a:ln>
        </p:spPr>
        <p:txBody>
          <a:bodyPr spcFirstLastPara="1" wrap="square" lIns="72000" tIns="36000" rIns="72000" bIns="36000" anchor="ctr" anchorCtr="0">
            <a:noAutofit/>
          </a:bodyPr>
          <a:lstStyle/>
          <a:p>
            <a:pPr marL="0" marR="0" lvl="0" indent="0" algn="ctr" rtl="0">
              <a:spcBef>
                <a:spcPts val="0"/>
              </a:spcBef>
              <a:spcAft>
                <a:spcPts val="0"/>
              </a:spcAft>
              <a:buNone/>
            </a:pPr>
            <a:endParaRPr sz="1200">
              <a:solidFill>
                <a:schemeClr val="dk1"/>
              </a:solidFill>
              <a:latin typeface="Arial"/>
              <a:ea typeface="Arial"/>
              <a:cs typeface="Arial"/>
              <a:sym typeface="Arial"/>
            </a:endParaRPr>
          </a:p>
        </p:txBody>
      </p:sp>
      <p:sp>
        <p:nvSpPr>
          <p:cNvPr id="172" name="Google Shape;172;p24"/>
          <p:cNvSpPr/>
          <p:nvPr/>
        </p:nvSpPr>
        <p:spPr>
          <a:xfrm>
            <a:off x="0" y="1698171"/>
            <a:ext cx="4206240" cy="4388367"/>
          </a:xfrm>
          <a:custGeom>
            <a:avLst/>
            <a:gdLst/>
            <a:ahLst/>
            <a:cxnLst/>
            <a:rect l="l" t="t" r="r" b="b"/>
            <a:pathLst>
              <a:path w="4206240" h="4388367" extrusionOk="0">
                <a:moveTo>
                  <a:pt x="4206240" y="1596935"/>
                </a:moveTo>
                <a:lnTo>
                  <a:pt x="0" y="4388367"/>
                </a:lnTo>
                <a:lnTo>
                  <a:pt x="0" y="0"/>
                </a:lnTo>
                <a:lnTo>
                  <a:pt x="4206240" y="1596935"/>
                </a:lnTo>
                <a:close/>
              </a:path>
            </a:pathLst>
          </a:custGeom>
          <a:solidFill>
            <a:srgbClr val="66A09A">
              <a:alpha val="90196"/>
            </a:srgbClr>
          </a:solidFill>
          <a:ln>
            <a:noFill/>
          </a:ln>
        </p:spPr>
        <p:txBody>
          <a:bodyPr spcFirstLastPara="1" wrap="square" lIns="0" tIns="0" rIns="0" bIns="0" anchor="b" anchorCtr="0">
            <a:noAutofit/>
          </a:bodyPr>
          <a:lstStyle/>
          <a:p>
            <a:pPr marL="0" marR="0" lvl="0" indent="0" algn="r" rtl="0">
              <a:lnSpc>
                <a:spcPct val="94736"/>
              </a:lnSpc>
              <a:spcBef>
                <a:spcPts val="0"/>
              </a:spcBef>
              <a:spcAft>
                <a:spcPts val="0"/>
              </a:spcAft>
              <a:buNone/>
            </a:pPr>
            <a:endParaRPr sz="950">
              <a:solidFill>
                <a:srgbClr val="404E0A"/>
              </a:solidFill>
              <a:latin typeface="Arial"/>
              <a:ea typeface="Arial"/>
              <a:cs typeface="Arial"/>
              <a:sym typeface="Arial"/>
            </a:endParaRPr>
          </a:p>
        </p:txBody>
      </p:sp>
      <p:sp>
        <p:nvSpPr>
          <p:cNvPr id="173" name="Google Shape;173;p24"/>
          <p:cNvSpPr/>
          <p:nvPr/>
        </p:nvSpPr>
        <p:spPr>
          <a:xfrm>
            <a:off x="12698" y="-5518"/>
            <a:ext cx="9110863" cy="3307645"/>
          </a:xfrm>
          <a:custGeom>
            <a:avLst/>
            <a:gdLst/>
            <a:ahLst/>
            <a:cxnLst/>
            <a:rect l="l" t="t" r="r" b="b"/>
            <a:pathLst>
              <a:path w="9141914" h="3338535" extrusionOk="0">
                <a:moveTo>
                  <a:pt x="0" y="1733123"/>
                </a:moveTo>
                <a:lnTo>
                  <a:pt x="2626362" y="0"/>
                </a:lnTo>
                <a:lnTo>
                  <a:pt x="9141914" y="2839"/>
                </a:lnTo>
                <a:cubicBezTo>
                  <a:pt x="8176372" y="672354"/>
                  <a:pt x="4902606" y="2872220"/>
                  <a:pt x="4229164" y="3338535"/>
                </a:cubicBezTo>
                <a:lnTo>
                  <a:pt x="0" y="1733123"/>
                </a:lnTo>
                <a:close/>
              </a:path>
            </a:pathLst>
          </a:custGeom>
          <a:solidFill>
            <a:schemeClr val="lt1">
              <a:alpha val="40000"/>
            </a:schemeClr>
          </a:solidFill>
          <a:ln>
            <a:noFill/>
          </a:ln>
        </p:spPr>
        <p:txBody>
          <a:bodyPr spcFirstLastPara="1" wrap="square" lIns="0" tIns="0" rIns="0" bIns="0" anchor="b" anchorCtr="0">
            <a:noAutofit/>
          </a:bodyPr>
          <a:lstStyle/>
          <a:p>
            <a:pPr marL="0" marR="0" lvl="0" indent="0" algn="r" rtl="0">
              <a:lnSpc>
                <a:spcPct val="94736"/>
              </a:lnSpc>
              <a:spcBef>
                <a:spcPts val="0"/>
              </a:spcBef>
              <a:spcAft>
                <a:spcPts val="0"/>
              </a:spcAft>
              <a:buNone/>
            </a:pPr>
            <a:endParaRPr sz="950">
              <a:solidFill>
                <a:srgbClr val="404E0A"/>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cxnSp>
        <p:nvCxnSpPr>
          <p:cNvPr id="10" name="Google Shape;10;p12"/>
          <p:cNvCxnSpPr/>
          <p:nvPr/>
        </p:nvCxnSpPr>
        <p:spPr>
          <a:xfrm>
            <a:off x="360464" y="669925"/>
            <a:ext cx="8424000" cy="0"/>
          </a:xfrm>
          <a:prstGeom prst="straightConnector1">
            <a:avLst/>
          </a:prstGeom>
          <a:noFill/>
          <a:ln w="12700" cap="flat" cmpd="sng">
            <a:solidFill>
              <a:srgbClr val="5A5A5A"/>
            </a:solidFill>
            <a:prstDash val="solid"/>
            <a:round/>
            <a:headEnd type="none" w="sm" len="sm"/>
            <a:tailEnd type="none" w="sm" len="sm"/>
          </a:ln>
        </p:spPr>
      </p:cxnSp>
      <p:sp>
        <p:nvSpPr>
          <p:cNvPr id="12" name="Google Shape;12;p12"/>
          <p:cNvSpPr/>
          <p:nvPr/>
        </p:nvSpPr>
        <p:spPr>
          <a:xfrm>
            <a:off x="8820472" y="6597352"/>
            <a:ext cx="287992" cy="216000"/>
          </a:xfrm>
          <a:prstGeom prst="rect">
            <a:avLst/>
          </a:prstGeom>
          <a:noFill/>
          <a:ln>
            <a:noFill/>
          </a:ln>
        </p:spPr>
        <p:txBody>
          <a:bodyPr spcFirstLastPara="1" wrap="square" lIns="0" tIns="45700" rIns="0" bIns="45700" anchor="ctr" anchorCtr="0">
            <a:noAutofit/>
          </a:bodyPr>
          <a:lstStyle/>
          <a:p>
            <a:pPr marL="0" marR="0" lvl="0" indent="0" algn="ctr" rtl="0">
              <a:lnSpc>
                <a:spcPct val="100000"/>
              </a:lnSpc>
              <a:spcBef>
                <a:spcPts val="0"/>
              </a:spcBef>
              <a:spcAft>
                <a:spcPts val="0"/>
              </a:spcAft>
              <a:buClr>
                <a:srgbClr val="5A5A5A"/>
              </a:buClr>
              <a:buSzPts val="900"/>
              <a:buFont typeface="Trebuchet MS"/>
              <a:buNone/>
            </a:pPr>
            <a:fld id="{00000000-1234-1234-1234-123412341234}" type="slidenum">
              <a:rPr lang="ja-JP" sz="900" b="0" i="0" u="none" strike="noStrike" cap="none">
                <a:solidFill>
                  <a:srgbClr val="5A5A5A"/>
                </a:solidFill>
                <a:latin typeface="Trebuchet MS"/>
                <a:ea typeface="Trebuchet MS"/>
                <a:cs typeface="Trebuchet MS"/>
                <a:sym typeface="Trebuchet MS"/>
              </a:rPr>
              <a:t>‹#›</a:t>
            </a:fld>
            <a:endParaRPr sz="900" b="0" i="0" u="none" strike="noStrike" cap="none">
              <a:solidFill>
                <a:srgbClr val="5A5A5A"/>
              </a:solidFill>
              <a:latin typeface="Trebuchet MS"/>
              <a:ea typeface="Trebuchet MS"/>
              <a:cs typeface="Trebuchet MS"/>
              <a:sym typeface="Trebuchet MS"/>
            </a:endParaRPr>
          </a:p>
        </p:txBody>
      </p:sp>
      <p:cxnSp>
        <p:nvCxnSpPr>
          <p:cNvPr id="13" name="Google Shape;13;p12"/>
          <p:cNvCxnSpPr/>
          <p:nvPr/>
        </p:nvCxnSpPr>
        <p:spPr>
          <a:xfrm>
            <a:off x="8820472" y="6655074"/>
            <a:ext cx="0" cy="108000"/>
          </a:xfrm>
          <a:prstGeom prst="straightConnector1">
            <a:avLst/>
          </a:prstGeom>
          <a:noFill/>
          <a:ln w="25400" cap="flat" cmpd="sng">
            <a:solidFill>
              <a:schemeClr val="lt2"/>
            </a:solidFill>
            <a:prstDash val="solid"/>
            <a:round/>
            <a:headEnd type="none" w="sm" len="sm"/>
            <a:tailEnd type="none" w="sm" len="sm"/>
          </a:ln>
        </p:spPr>
      </p:cxnSp>
      <p:sp>
        <p:nvSpPr>
          <p:cNvPr id="14" name="Google Shape;14;p12"/>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1" i="0" u="none" strike="noStrike" cap="none">
                <a:solidFill>
                  <a:srgbClr val="5C5C5C"/>
                </a:solidFill>
                <a:latin typeface="Arial"/>
                <a:ea typeface="Arial"/>
                <a:cs typeface="Arial"/>
                <a:sym typeface="Arial"/>
              </a:defRPr>
            </a:lvl1pPr>
            <a:lvl2pPr marR="0" lvl="1" algn="l" rtl="0">
              <a:spcBef>
                <a:spcPts val="0"/>
              </a:spcBef>
              <a:spcAft>
                <a:spcPts val="0"/>
              </a:spcAft>
              <a:buSzPts val="1400"/>
              <a:buNone/>
              <a:defRPr sz="1880" b="0" i="0" u="none" strike="noStrike" cap="none">
                <a:solidFill>
                  <a:srgbClr val="191919"/>
                </a:solidFill>
                <a:latin typeface="Arial"/>
                <a:ea typeface="Arial"/>
                <a:cs typeface="Arial"/>
                <a:sym typeface="Arial"/>
              </a:defRPr>
            </a:lvl2pPr>
            <a:lvl3pPr marR="0" lvl="2" algn="l" rtl="0">
              <a:spcBef>
                <a:spcPts val="0"/>
              </a:spcBef>
              <a:spcAft>
                <a:spcPts val="0"/>
              </a:spcAft>
              <a:buSzPts val="1400"/>
              <a:buNone/>
              <a:defRPr sz="1880" b="0" i="0" u="none" strike="noStrike" cap="none">
                <a:solidFill>
                  <a:srgbClr val="191919"/>
                </a:solidFill>
                <a:latin typeface="Arial"/>
                <a:ea typeface="Arial"/>
                <a:cs typeface="Arial"/>
                <a:sym typeface="Arial"/>
              </a:defRPr>
            </a:lvl3pPr>
            <a:lvl4pPr marR="0" lvl="3" algn="l" rtl="0">
              <a:spcBef>
                <a:spcPts val="0"/>
              </a:spcBef>
              <a:spcAft>
                <a:spcPts val="0"/>
              </a:spcAft>
              <a:buSzPts val="1400"/>
              <a:buNone/>
              <a:defRPr sz="1880" b="0" i="0" u="none" strike="noStrike" cap="none">
                <a:solidFill>
                  <a:srgbClr val="191919"/>
                </a:solidFill>
                <a:latin typeface="Arial"/>
                <a:ea typeface="Arial"/>
                <a:cs typeface="Arial"/>
                <a:sym typeface="Arial"/>
              </a:defRPr>
            </a:lvl4pPr>
            <a:lvl5pPr marR="0" lvl="4" algn="l" rtl="0">
              <a:spcBef>
                <a:spcPts val="0"/>
              </a:spcBef>
              <a:spcAft>
                <a:spcPts val="0"/>
              </a:spcAft>
              <a:buSzPts val="1400"/>
              <a:buNone/>
              <a:defRPr sz="1880" b="0" i="0" u="none" strike="noStrike" cap="none">
                <a:solidFill>
                  <a:srgbClr val="191919"/>
                </a:solidFill>
                <a:latin typeface="Arial"/>
                <a:ea typeface="Arial"/>
                <a:cs typeface="Arial"/>
                <a:sym typeface="Arial"/>
              </a:defRPr>
            </a:lvl5pPr>
            <a:lvl6pPr marR="0" lvl="5" algn="l" rtl="0">
              <a:spcBef>
                <a:spcPts val="0"/>
              </a:spcBef>
              <a:spcAft>
                <a:spcPts val="0"/>
              </a:spcAft>
              <a:buSzPts val="1400"/>
              <a:buNone/>
              <a:defRPr sz="2631" b="1" i="0" u="none" strike="noStrike" cap="none">
                <a:solidFill>
                  <a:srgbClr val="455765"/>
                </a:solidFill>
                <a:latin typeface="MS PGothic"/>
                <a:ea typeface="MS PGothic"/>
                <a:cs typeface="MS PGothic"/>
                <a:sym typeface="MS PGothic"/>
              </a:defRPr>
            </a:lvl6pPr>
            <a:lvl7pPr marR="0" lvl="6" algn="l" rtl="0">
              <a:spcBef>
                <a:spcPts val="0"/>
              </a:spcBef>
              <a:spcAft>
                <a:spcPts val="0"/>
              </a:spcAft>
              <a:buSzPts val="1400"/>
              <a:buNone/>
              <a:defRPr sz="2631" b="1" i="0" u="none" strike="noStrike" cap="none">
                <a:solidFill>
                  <a:srgbClr val="455765"/>
                </a:solidFill>
                <a:latin typeface="MS PGothic"/>
                <a:ea typeface="MS PGothic"/>
                <a:cs typeface="MS PGothic"/>
                <a:sym typeface="MS PGothic"/>
              </a:defRPr>
            </a:lvl7pPr>
            <a:lvl8pPr marR="0" lvl="7" algn="l" rtl="0">
              <a:spcBef>
                <a:spcPts val="0"/>
              </a:spcBef>
              <a:spcAft>
                <a:spcPts val="0"/>
              </a:spcAft>
              <a:buSzPts val="1400"/>
              <a:buNone/>
              <a:defRPr sz="2631" b="1" i="0" u="none" strike="noStrike" cap="none">
                <a:solidFill>
                  <a:srgbClr val="455765"/>
                </a:solidFill>
                <a:latin typeface="MS PGothic"/>
                <a:ea typeface="MS PGothic"/>
                <a:cs typeface="MS PGothic"/>
                <a:sym typeface="MS PGothic"/>
              </a:defRPr>
            </a:lvl8pPr>
            <a:lvl9pPr marR="0" lvl="8" algn="l" rtl="0">
              <a:spcBef>
                <a:spcPts val="0"/>
              </a:spcBef>
              <a:spcAft>
                <a:spcPts val="0"/>
              </a:spcAft>
              <a:buSzPts val="1400"/>
              <a:buNone/>
              <a:defRPr sz="2631" b="1" i="0" u="none" strike="noStrike" cap="none">
                <a:solidFill>
                  <a:srgbClr val="455765"/>
                </a:solidFill>
                <a:latin typeface="MS PGothic"/>
                <a:ea typeface="MS PGothic"/>
                <a:cs typeface="MS PGothic"/>
                <a:sym typeface="MS PGothic"/>
              </a:defRPr>
            </a:lvl9pPr>
          </a:lstStyle>
          <a:p>
            <a:endParaRPr/>
          </a:p>
        </p:txBody>
      </p:sp>
    </p:spTree>
  </p:cSld>
  <p:clrMap bg1="lt1" tx1="dk1" bg2="dk2" tx2="lt2" accent1="accent1" accent2="accent2" accent3="accent3" accent4="accent4" accent5="accent5" accent6="accent6" hlink="hlink" folHlink="folHlink"/>
  <p:sldLayoutIdLst>
    <p:sldLayoutId id="2147483661"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60"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296">
          <p15:clr>
            <a:srgbClr val="F26B43"/>
          </p15:clr>
        </p15:guide>
        <p15:guide id="2" pos="2880">
          <p15:clr>
            <a:srgbClr val="F26B43"/>
          </p15:clr>
        </p15:guide>
        <p15:guide id="3" pos="249">
          <p15:clr>
            <a:srgbClr val="F26B43"/>
          </p15:clr>
        </p15:guide>
        <p15:guide id="4" pos="5511">
          <p15:clr>
            <a:srgbClr val="F26B43"/>
          </p15:clr>
        </p15:guide>
        <p15:guide id="5" orient="horz" pos="527">
          <p15:clr>
            <a:srgbClr val="F26B43"/>
          </p15:clr>
        </p15:guide>
        <p15:guide id="6" orient="horz" pos="411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80;p1">
            <a:extLst>
              <a:ext uri="{FF2B5EF4-FFF2-40B4-BE49-F238E27FC236}">
                <a16:creationId xmlns:a16="http://schemas.microsoft.com/office/drawing/2014/main" id="{31BC779B-1A2F-3FAA-3491-C2DFDB9541FD}"/>
              </a:ext>
            </a:extLst>
          </p:cNvPr>
          <p:cNvSpPr txBox="1"/>
          <p:nvPr/>
        </p:nvSpPr>
        <p:spPr>
          <a:xfrm>
            <a:off x="361950" y="3717032"/>
            <a:ext cx="8314506" cy="998780"/>
          </a:xfrm>
          <a:prstGeom prst="rect">
            <a:avLst/>
          </a:prstGeom>
          <a:noFill/>
          <a:ln>
            <a:noFill/>
          </a:ln>
        </p:spPr>
        <p:txBody>
          <a:bodyPr spcFirstLastPara="1" wrap="square" lIns="91425" tIns="45700" rIns="0" bIns="45700" anchor="b" anchorCtr="0">
            <a:noAutofit/>
          </a:bodyPr>
          <a:lstStyle/>
          <a:p>
            <a:pPr marL="0" marR="0" lvl="0" indent="0" algn="l" rtl="0">
              <a:spcBef>
                <a:spcPts val="0"/>
              </a:spcBef>
              <a:spcAft>
                <a:spcPts val="0"/>
              </a:spcAft>
              <a:buNone/>
            </a:pPr>
            <a:r>
              <a:rPr lang="ja-JP" sz="3200" b="1" i="0" u="none" strike="noStrike" cap="none">
                <a:solidFill>
                  <a:schemeClr val="lt1"/>
                </a:solidFill>
                <a:latin typeface="Meiryo UI" panose="020B0604030504040204" pitchFamily="50" charset="-128"/>
                <a:ea typeface="Meiryo UI" panose="020B0604030504040204" pitchFamily="50" charset="-128"/>
                <a:sym typeface="Arial"/>
              </a:rPr>
              <a:t>会社分割スキームの整理</a:t>
            </a:r>
            <a:endParaRPr sz="3200" b="1" i="0" u="none" strike="noStrike" cap="none">
              <a:solidFill>
                <a:schemeClr val="lt1"/>
              </a:solidFill>
              <a:latin typeface="Meiryo UI" panose="020B0604030504040204" pitchFamily="50" charset="-128"/>
              <a:ea typeface="Meiryo UI" panose="020B0604030504040204" pitchFamily="50" charset="-128"/>
              <a:sym typeface="Arial"/>
            </a:endParaRPr>
          </a:p>
        </p:txBody>
      </p:sp>
      <p:sp>
        <p:nvSpPr>
          <p:cNvPr id="5" name="Google Shape;181;p1">
            <a:extLst>
              <a:ext uri="{FF2B5EF4-FFF2-40B4-BE49-F238E27FC236}">
                <a16:creationId xmlns:a16="http://schemas.microsoft.com/office/drawing/2014/main" id="{96ACA2D1-2F49-09BE-FE99-3346A4F37EE8}"/>
              </a:ext>
            </a:extLst>
          </p:cNvPr>
          <p:cNvSpPr txBox="1"/>
          <p:nvPr/>
        </p:nvSpPr>
        <p:spPr>
          <a:xfrm>
            <a:off x="361949" y="5517232"/>
            <a:ext cx="3816000" cy="540000"/>
          </a:xfrm>
          <a:prstGeom prst="rect">
            <a:avLst/>
          </a:prstGeom>
          <a:noFill/>
          <a:ln>
            <a:noFill/>
          </a:ln>
        </p:spPr>
        <p:txBody>
          <a:bodyPr spcFirstLastPara="1" wrap="square" lIns="99050" tIns="49525" rIns="99050" bIns="49525" anchor="ctr" anchorCtr="0">
            <a:noAutofit/>
          </a:bodyPr>
          <a:lstStyle/>
          <a:p>
            <a:pPr marL="0" marR="0" lvl="0" indent="0" algn="l" rtl="0">
              <a:lnSpc>
                <a:spcPct val="100000"/>
              </a:lnSpc>
              <a:spcBef>
                <a:spcPts val="0"/>
              </a:spcBef>
              <a:spcAft>
                <a:spcPts val="0"/>
              </a:spcAft>
              <a:buClr>
                <a:srgbClr val="FFFFFF"/>
              </a:buClr>
              <a:buSzPts val="1400"/>
              <a:buFont typeface="Arial"/>
              <a:buNone/>
            </a:pPr>
            <a:r>
              <a:rPr lang="ja-JP" altLang="en-US" b="1" dirty="0">
                <a:solidFill>
                  <a:srgbClr val="FFFFFF"/>
                </a:solidFill>
                <a:latin typeface="Meiryo UI" panose="020B0604030504040204" pitchFamily="50" charset="-128"/>
                <a:ea typeface="Meiryo UI" panose="020B0604030504040204" pitchFamily="50" charset="-128"/>
              </a:rPr>
              <a:t>企業情報部</a:t>
            </a:r>
            <a:endParaRPr sz="1400" b="1" i="0" u="none" strike="noStrike" cap="none" dirty="0">
              <a:solidFill>
                <a:srgbClr val="FFFFFF"/>
              </a:solidFill>
              <a:latin typeface="Meiryo UI" panose="020B0604030504040204" pitchFamily="50" charset="-128"/>
              <a:ea typeface="Meiryo UI" panose="020B0604030504040204" pitchFamily="50" charset="-128"/>
              <a:sym typeface="Arial"/>
            </a:endParaRPr>
          </a:p>
          <a:p>
            <a:pPr marL="0" marR="0" lvl="0" indent="0" algn="l" rtl="0">
              <a:lnSpc>
                <a:spcPct val="100000"/>
              </a:lnSpc>
              <a:spcBef>
                <a:spcPts val="0"/>
              </a:spcBef>
              <a:spcAft>
                <a:spcPts val="0"/>
              </a:spcAft>
              <a:buClr>
                <a:srgbClr val="FFFFFF"/>
              </a:buClr>
              <a:buSzPts val="1400"/>
              <a:buFont typeface="Arial"/>
              <a:buNone/>
            </a:pPr>
            <a:r>
              <a:rPr lang="ja-JP" altLang="en-US" sz="1400" b="1" i="0" u="none" strike="noStrike" cap="none" dirty="0">
                <a:solidFill>
                  <a:srgbClr val="FFFFFF"/>
                </a:solidFill>
                <a:latin typeface="Meiryo UI" panose="020B0604030504040204" pitchFamily="50" charset="-128"/>
                <a:ea typeface="Meiryo UI" panose="020B0604030504040204" pitchFamily="50" charset="-128"/>
                <a:sym typeface="Arial"/>
              </a:rPr>
              <a:t>田垣内 啓介</a:t>
            </a:r>
            <a:endParaRPr sz="1400" b="1" i="0" u="none" strike="noStrike" cap="none" dirty="0">
              <a:solidFill>
                <a:srgbClr val="FFFFFF"/>
              </a:solidFill>
              <a:latin typeface="Meiryo UI" panose="020B0604030504040204" pitchFamily="50" charset="-128"/>
              <a:ea typeface="Meiryo UI" panose="020B0604030504040204" pitchFamily="50" charset="-128"/>
              <a:sym typeface="Arial"/>
            </a:endParaRPr>
          </a:p>
        </p:txBody>
      </p:sp>
      <p:sp>
        <p:nvSpPr>
          <p:cNvPr id="6" name="Google Shape;182;p1">
            <a:extLst>
              <a:ext uri="{FF2B5EF4-FFF2-40B4-BE49-F238E27FC236}">
                <a16:creationId xmlns:a16="http://schemas.microsoft.com/office/drawing/2014/main" id="{792F0345-6D09-C84A-AD32-06D94B9E9287}"/>
              </a:ext>
            </a:extLst>
          </p:cNvPr>
          <p:cNvSpPr txBox="1"/>
          <p:nvPr/>
        </p:nvSpPr>
        <p:spPr>
          <a:xfrm>
            <a:off x="288368" y="3341451"/>
            <a:ext cx="3963162"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FFFF"/>
              </a:buClr>
              <a:buSzPts val="1800"/>
              <a:buFont typeface="Arial"/>
              <a:buNone/>
            </a:pPr>
            <a:r>
              <a:rPr lang="ja-JP" sz="2400" b="1" i="0" u="none" strike="noStrike" cap="none" dirty="0">
                <a:solidFill>
                  <a:srgbClr val="FFFFFF"/>
                </a:solidFill>
                <a:latin typeface="Meiryo UI" panose="020B0604030504040204" pitchFamily="50" charset="-128"/>
                <a:ea typeface="Meiryo UI" panose="020B0604030504040204" pitchFamily="50" charset="-128"/>
                <a:sym typeface="Arial"/>
              </a:rPr>
              <a:t>株式会社カナリア　御中</a:t>
            </a:r>
          </a:p>
        </p:txBody>
      </p:sp>
      <p:sp>
        <p:nvSpPr>
          <p:cNvPr id="7" name="Google Shape;183;p1">
            <a:extLst>
              <a:ext uri="{FF2B5EF4-FFF2-40B4-BE49-F238E27FC236}">
                <a16:creationId xmlns:a16="http://schemas.microsoft.com/office/drawing/2014/main" id="{6F3F9F3A-D75E-8ACA-12F1-136DD1993DD7}"/>
              </a:ext>
            </a:extLst>
          </p:cNvPr>
          <p:cNvSpPr txBox="1"/>
          <p:nvPr/>
        </p:nvSpPr>
        <p:spPr>
          <a:xfrm>
            <a:off x="361950" y="5157192"/>
            <a:ext cx="2122488" cy="360000"/>
          </a:xfrm>
          <a:prstGeom prst="rect">
            <a:avLst/>
          </a:prstGeom>
          <a:noFill/>
          <a:ln>
            <a:noFill/>
          </a:ln>
        </p:spPr>
        <p:txBody>
          <a:bodyPr spcFirstLastPara="1" wrap="square" lIns="99050" tIns="49525" rIns="99050" bIns="49525" anchor="ctr" anchorCtr="0">
            <a:noAutofit/>
          </a:bodyPr>
          <a:lstStyle/>
          <a:p>
            <a:pPr marL="0" marR="0" lvl="0" indent="0" algn="l" rtl="0">
              <a:lnSpc>
                <a:spcPct val="80000"/>
              </a:lnSpc>
              <a:spcBef>
                <a:spcPts val="0"/>
              </a:spcBef>
              <a:spcAft>
                <a:spcPts val="0"/>
              </a:spcAft>
              <a:buClr>
                <a:schemeClr val="lt1"/>
              </a:buClr>
              <a:buSzPts val="1200"/>
              <a:buFont typeface="Arial"/>
              <a:buNone/>
            </a:pPr>
            <a:r>
              <a:rPr lang="ja-JP" sz="1200" b="1" i="0" u="none" strike="noStrike" cap="none" dirty="0">
                <a:solidFill>
                  <a:schemeClr val="lt1"/>
                </a:solidFill>
                <a:latin typeface="Meiryo UI" panose="020B0604030504040204" pitchFamily="50" charset="-128"/>
                <a:ea typeface="Meiryo UI" panose="020B0604030504040204" pitchFamily="50" charset="-128"/>
                <a:sym typeface="Arial"/>
              </a:rPr>
              <a:t>2026年7月28日</a:t>
            </a:r>
          </a:p>
        </p:txBody>
      </p:sp>
      <p:sp>
        <p:nvSpPr>
          <p:cNvPr id="8" name="Google Shape;184;p1">
            <a:extLst>
              <a:ext uri="{FF2B5EF4-FFF2-40B4-BE49-F238E27FC236}">
                <a16:creationId xmlns:a16="http://schemas.microsoft.com/office/drawing/2014/main" id="{63C143C5-4722-1CCD-58AE-58D820F723AA}"/>
              </a:ext>
            </a:extLst>
          </p:cNvPr>
          <p:cNvSpPr/>
          <p:nvPr/>
        </p:nvSpPr>
        <p:spPr>
          <a:xfrm>
            <a:off x="7492789" y="155485"/>
            <a:ext cx="1476000" cy="400050"/>
          </a:xfrm>
          <a:prstGeom prst="rect">
            <a:avLst/>
          </a:prstGeom>
          <a:solidFill>
            <a:schemeClr val="lt1"/>
          </a:solidFill>
          <a:ln w="38100" cap="flat" cmpd="dbl">
            <a:solidFill>
              <a:srgbClr val="F14040"/>
            </a:solidFill>
            <a:prstDash val="solid"/>
            <a:miter lim="800000"/>
            <a:headEnd type="none" w="sm" len="sm"/>
            <a:tailEnd type="none" w="sm" len="sm"/>
          </a:ln>
        </p:spPr>
        <p:txBody>
          <a:bodyPr spcFirstLastPara="1" wrap="square" lIns="0" tIns="0" rIns="0" bIns="25200" anchor="ctr" anchorCtr="0">
            <a:noAutofit/>
          </a:bodyPr>
          <a:lstStyle/>
          <a:p>
            <a:pPr marL="0" marR="0" lvl="0" indent="0" algn="ctr" rtl="0">
              <a:spcBef>
                <a:spcPts val="0"/>
              </a:spcBef>
              <a:spcAft>
                <a:spcPts val="0"/>
              </a:spcAft>
              <a:buNone/>
            </a:pPr>
            <a:r>
              <a:rPr lang="ja-JP" sz="1300" b="1" i="0" u="none" strike="noStrike" cap="none">
                <a:solidFill>
                  <a:srgbClr val="F14040"/>
                </a:solidFill>
                <a:latin typeface="Meiryo UI" panose="020B0604030504040204" pitchFamily="50" charset="-128"/>
                <a:ea typeface="Meiryo UI" panose="020B0604030504040204" pitchFamily="50" charset="-128"/>
                <a:sym typeface="Arial"/>
              </a:rPr>
              <a:t>秘・貴社限り</a:t>
            </a:r>
            <a:endParaRPr sz="1300" b="1" i="0" u="none" strike="noStrike" cap="none">
              <a:solidFill>
                <a:srgbClr val="F14040"/>
              </a:solidFill>
              <a:latin typeface="Meiryo UI" panose="020B0604030504040204" pitchFamily="50" charset="-128"/>
              <a:ea typeface="Meiryo UI" panose="020B0604030504040204" pitchFamily="50" charset="-128"/>
              <a:sym typeface="Arial"/>
            </a:endParaRPr>
          </a:p>
        </p:txBody>
      </p:sp>
    </p:spTree>
    <p:extLst>
      <p:ext uri="{BB962C8B-B14F-4D97-AF65-F5344CB8AC3E}">
        <p14:creationId xmlns:p14="http://schemas.microsoft.com/office/powerpoint/2010/main" val="6767832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3">
          <a:extLst>
            <a:ext uri="{FF2B5EF4-FFF2-40B4-BE49-F238E27FC236}">
              <a16:creationId xmlns:a16="http://schemas.microsoft.com/office/drawing/2014/main" id="{303ADE12-6534-2DD0-54DD-3CEC85AAD073}"/>
            </a:ext>
          </a:extLst>
        </p:cNvPr>
        <p:cNvGrpSpPr/>
        <p:nvPr/>
      </p:nvGrpSpPr>
      <p:grpSpPr>
        <a:xfrm>
          <a:off x="0" y="0"/>
          <a:ext cx="0" cy="0"/>
          <a:chOff x="0" y="0"/>
          <a:chExt cx="0" cy="0"/>
        </a:xfrm>
      </p:grpSpPr>
      <p:sp>
        <p:nvSpPr>
          <p:cNvPr id="204" name="Google Shape;204;p3">
            <a:extLst>
              <a:ext uri="{FF2B5EF4-FFF2-40B4-BE49-F238E27FC236}">
                <a16:creationId xmlns:a16="http://schemas.microsoft.com/office/drawing/2014/main" id="{42B8BC1C-2CE3-92AA-4060-C70061419C20}"/>
              </a:ext>
            </a:extLst>
          </p:cNvPr>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p>
            <a:pPr lvl="0"/>
            <a:r>
              <a:rPr lang="ja-JP" altLang="en-US" dirty="0">
                <a:solidFill>
                  <a:srgbClr val="5A5A5A"/>
                </a:solidFill>
                <a:latin typeface="Meiryo UI" panose="020B0604030504040204" pitchFamily="50" charset="-128"/>
                <a:ea typeface="Meiryo UI" panose="020B0604030504040204" pitchFamily="50" charset="-128"/>
              </a:rPr>
              <a:t>分割対象資産の確認</a:t>
            </a:r>
            <a:endParaRPr b="1" dirty="0">
              <a:solidFill>
                <a:srgbClr val="5A5A5A"/>
              </a:solidFill>
              <a:latin typeface="Meiryo UI" panose="020B0604030504040204" pitchFamily="50" charset="-128"/>
              <a:ea typeface="Meiryo UI" panose="020B0604030504040204" pitchFamily="50" charset="-128"/>
              <a:sym typeface="Arial"/>
            </a:endParaRPr>
          </a:p>
        </p:txBody>
      </p:sp>
      <p:sp>
        <p:nvSpPr>
          <p:cNvPr id="205" name="Google Shape;205;p3">
            <a:extLst>
              <a:ext uri="{FF2B5EF4-FFF2-40B4-BE49-F238E27FC236}">
                <a16:creationId xmlns:a16="http://schemas.microsoft.com/office/drawing/2014/main" id="{0791AE04-3419-00F0-CF2E-98FACC0E01B1}"/>
              </a:ext>
            </a:extLst>
          </p:cNvPr>
          <p:cNvSpPr txBox="1"/>
          <p:nvPr/>
        </p:nvSpPr>
        <p:spPr>
          <a:xfrm>
            <a:off x="323528" y="116632"/>
            <a:ext cx="2376264" cy="188640"/>
          </a:xfrm>
          <a:prstGeom prst="rect">
            <a:avLst/>
          </a:prstGeom>
          <a:noFill/>
          <a:ln>
            <a:noFill/>
          </a:ln>
        </p:spPr>
        <p:txBody>
          <a:bodyPr spcFirstLastPara="1" wrap="square" lIns="36000" tIns="0" rIns="0" bIns="0" anchor="ctr" anchorCtr="0">
            <a:noAutofit/>
          </a:bodyPr>
          <a:lstStyle/>
          <a:p>
            <a:pPr marL="0" marR="0" lvl="0" indent="0" algn="l" rtl="0">
              <a:lnSpc>
                <a:spcPct val="100000"/>
              </a:lnSpc>
              <a:spcBef>
                <a:spcPts val="0"/>
              </a:spcBef>
              <a:spcAft>
                <a:spcPts val="0"/>
              </a:spcAft>
              <a:buClr>
                <a:srgbClr val="5A5A5A"/>
              </a:buClr>
              <a:buSzPts val="1000"/>
              <a:buFont typeface="Arial"/>
              <a:buNone/>
            </a:pPr>
            <a:r>
              <a:rPr lang="ja-JP" sz="1000" b="0" i="0" u="none" strike="noStrike" cap="none">
                <a:solidFill>
                  <a:srgbClr val="5A5A5A"/>
                </a:solidFill>
                <a:latin typeface="Meiryo UI" panose="020B0604030504040204" pitchFamily="50" charset="-128"/>
                <a:ea typeface="Meiryo UI" panose="020B0604030504040204" pitchFamily="50" charset="-128"/>
                <a:sym typeface="Arial"/>
              </a:rPr>
              <a:t>各種条件について</a:t>
            </a:r>
            <a:endParaRPr>
              <a:latin typeface="Meiryo UI" panose="020B0604030504040204" pitchFamily="50" charset="-128"/>
              <a:ea typeface="Meiryo UI" panose="020B0604030504040204" pitchFamily="50" charset="-128"/>
            </a:endParaRPr>
          </a:p>
        </p:txBody>
      </p:sp>
      <p:sp>
        <p:nvSpPr>
          <p:cNvPr id="206" name="Google Shape;206;p3">
            <a:extLst>
              <a:ext uri="{FF2B5EF4-FFF2-40B4-BE49-F238E27FC236}">
                <a16:creationId xmlns:a16="http://schemas.microsoft.com/office/drawing/2014/main" id="{F61C6AC7-B337-2B5C-341B-656943B3C48C}"/>
              </a:ext>
            </a:extLst>
          </p:cNvPr>
          <p:cNvSpPr/>
          <p:nvPr/>
        </p:nvSpPr>
        <p:spPr>
          <a:xfrm>
            <a:off x="0" y="116632"/>
            <a:ext cx="323528" cy="180000"/>
          </a:xfrm>
          <a:prstGeom prst="parallelogram">
            <a:avLst>
              <a:gd name="adj" fmla="val 32938"/>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Arial"/>
              <a:buNone/>
            </a:pPr>
            <a:r>
              <a:rPr lang="ja-JP" sz="1000" b="0" i="0" u="none" strike="noStrike" cap="none">
                <a:solidFill>
                  <a:srgbClr val="FFFFFF"/>
                </a:solidFill>
                <a:latin typeface="Arial"/>
                <a:ea typeface="Arial"/>
                <a:cs typeface="Arial"/>
                <a:sym typeface="Arial"/>
              </a:rPr>
              <a:t>1</a:t>
            </a:r>
            <a:endParaRPr sz="1000" b="0" i="0" u="none" strike="noStrike" cap="none">
              <a:solidFill>
                <a:srgbClr val="FFFFFF"/>
              </a:solidFill>
              <a:latin typeface="Arial"/>
              <a:ea typeface="Arial"/>
              <a:cs typeface="Arial"/>
              <a:sym typeface="Arial"/>
            </a:endParaRPr>
          </a:p>
        </p:txBody>
      </p:sp>
      <p:sp>
        <p:nvSpPr>
          <p:cNvPr id="3" name="テキスト ボックス 2">
            <a:extLst>
              <a:ext uri="{FF2B5EF4-FFF2-40B4-BE49-F238E27FC236}">
                <a16:creationId xmlns:a16="http://schemas.microsoft.com/office/drawing/2014/main" id="{D99027B8-ED3E-C5FD-1AFA-42594FF5DA1C}"/>
              </a:ext>
            </a:extLst>
          </p:cNvPr>
          <p:cNvSpPr txBox="1"/>
          <p:nvPr/>
        </p:nvSpPr>
        <p:spPr>
          <a:xfrm>
            <a:off x="8149019" y="1304559"/>
            <a:ext cx="1036086" cy="230832"/>
          </a:xfrm>
          <a:prstGeom prst="rect">
            <a:avLst/>
          </a:prstGeom>
          <a:noFill/>
        </p:spPr>
        <p:txBody>
          <a:bodyPr wrap="square" rtlCol="0">
            <a:spAutoFit/>
          </a:bodyPr>
          <a:lstStyle/>
          <a:p>
            <a:r>
              <a:rPr kumimoji="1" lang="ja-JP" altLang="en-US" sz="900" dirty="0">
                <a:ea typeface="游ゴシック" panose="020B0400000000000000" pitchFamily="50" charset="-128"/>
              </a:rPr>
              <a:t>（単位：千円）</a:t>
            </a:r>
          </a:p>
        </p:txBody>
      </p:sp>
      <p:sp>
        <p:nvSpPr>
          <p:cNvPr id="4" name="正方形/長方形 3">
            <a:extLst>
              <a:ext uri="{FF2B5EF4-FFF2-40B4-BE49-F238E27FC236}">
                <a16:creationId xmlns:a16="http://schemas.microsoft.com/office/drawing/2014/main" id="{DD417DE8-1A00-9067-9520-ED2CE6E18217}"/>
              </a:ext>
            </a:extLst>
          </p:cNvPr>
          <p:cNvSpPr/>
          <p:nvPr/>
        </p:nvSpPr>
        <p:spPr>
          <a:xfrm>
            <a:off x="249787" y="971550"/>
            <a:ext cx="8623625" cy="230832"/>
          </a:xfrm>
          <a:prstGeom prst="rect">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latin typeface="Meiryo UI" panose="020B0604030504040204" pitchFamily="50" charset="-128"/>
                <a:ea typeface="Meiryo UI" panose="020B0604030504040204" pitchFamily="50" charset="-128"/>
              </a:rPr>
              <a:t>分割対象資産について（非事業用資産／令和8年1月期末 簿価）</a:t>
            </a:r>
          </a:p>
        </p:txBody>
      </p:sp>
      <p:graphicFrame>
        <p:nvGraphicFramePr>
          <p:cNvPr id="209" name="Table 208"/>
          <p:cNvGraphicFramePr>
            <a:graphicFrameLocks noGrp="1"/>
          </p:cNvGraphicFramePr>
          <p:nvPr/>
        </p:nvGraphicFramePr>
        <p:xfrm>
          <a:off x="265176" y="1536192"/>
          <a:ext cx="8631936" cy="2091690"/>
        </p:xfrm>
        <a:graphic>
          <a:graphicData uri="http://schemas.openxmlformats.org/drawingml/2006/table">
            <a:tbl>
              <a:tblPr>
                <a:tableStyleId>{5C22544A-7EE6-4342-B048-85BDC9FD1C3A}</a:tableStyleId>
              </a:tblPr>
              <a:tblGrid>
                <a:gridCol w="173736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3694176">
                  <a:extLst>
                    <a:ext uri="{9D8B030D-6E8A-4147-A177-3AD203B41FA5}">
                      <a16:colId xmlns:a16="http://schemas.microsoft.com/office/drawing/2014/main" val="20003"/>
                    </a:ext>
                  </a:extLst>
                </a:gridCol>
              </a:tblGrid>
              <a:tr h="262890">
                <a:tc>
                  <a:txBody>
                    <a:bodyPr/>
                    <a:lstStyle/>
                    <a:p>
                      <a:pPr algn="ctr"/>
                      <a:r>
                        <a:rPr lang="ja-JP" sz="950" b="1">
                          <a:solidFill>
                            <a:schemeClr val="lt1"/>
                          </a:solidFill>
                          <a:latin typeface="Meiryo UI"/>
                          <a:ea typeface="Meiryo UI"/>
                        </a:rPr>
                        <a:t>科目</a:t>
                      </a:r>
                    </a:p>
                  </a:txBody>
                  <a:tcPr marL="36000" marR="36000" marT="0" marB="0" anchor="ctr">
                    <a:lnL w="6350" cap="flat">
                      <a:solidFill>
                        <a:srgbClr val="D9D9D9"/>
                      </a:solidFill>
                    </a:lnL>
                    <a:lnR w="6350" cap="flat">
                      <a:solidFill>
                        <a:srgbClr val="D9D9D9"/>
                      </a:solidFill>
                    </a:lnR>
                    <a:lnT w="6350" cap="flat">
                      <a:solidFill>
                        <a:srgbClr val="D9D9D9"/>
                      </a:solidFill>
                    </a:lnT>
                    <a:lnB w="6350" cap="flat">
                      <a:solidFill>
                        <a:srgbClr val="D9D9D9"/>
                      </a:solidFill>
                    </a:lnB>
                    <a:solidFill>
                      <a:schemeClr val="accent1">
                        <a:lumMod val="50000"/>
                      </a:schemeClr>
                    </a:solidFill>
                  </a:tcPr>
                </a:tc>
                <a:tc>
                  <a:txBody>
                    <a:bodyPr/>
                    <a:lstStyle/>
                    <a:p>
                      <a:pPr algn="ctr"/>
                      <a:r>
                        <a:rPr lang="ja-JP" sz="950" b="1">
                          <a:solidFill>
                            <a:schemeClr val="lt1"/>
                          </a:solidFill>
                          <a:latin typeface="Meiryo UI"/>
                          <a:ea typeface="Meiryo UI"/>
                        </a:rPr>
                        <a:t>内容</a:t>
                      </a:r>
                    </a:p>
                  </a:txBody>
                  <a:tcPr marL="36000" marR="36000" marT="0" marB="0" anchor="ctr">
                    <a:lnL w="6350" cap="flat">
                      <a:solidFill>
                        <a:srgbClr val="D9D9D9"/>
                      </a:solidFill>
                    </a:lnL>
                    <a:lnR w="6350" cap="flat">
                      <a:solidFill>
                        <a:srgbClr val="D9D9D9"/>
                      </a:solidFill>
                    </a:lnR>
                    <a:lnT w="6350" cap="flat">
                      <a:solidFill>
                        <a:srgbClr val="D9D9D9"/>
                      </a:solidFill>
                    </a:lnT>
                    <a:lnB w="6350" cap="flat">
                      <a:solidFill>
                        <a:srgbClr val="D9D9D9"/>
                      </a:solidFill>
                    </a:lnB>
                    <a:solidFill>
                      <a:schemeClr val="accent1">
                        <a:lumMod val="50000"/>
                      </a:schemeClr>
                    </a:solidFill>
                  </a:tcPr>
                </a:tc>
                <a:tc>
                  <a:txBody>
                    <a:bodyPr/>
                    <a:lstStyle/>
                    <a:p>
                      <a:pPr algn="ctr"/>
                      <a:r>
                        <a:rPr lang="ja-JP" sz="950" b="1">
                          <a:solidFill>
                            <a:schemeClr val="lt1"/>
                          </a:solidFill>
                          <a:latin typeface="Meiryo UI"/>
                          <a:ea typeface="Meiryo UI"/>
                        </a:rPr>
                        <a:t>期末簿価</a:t>
                      </a:r>
                    </a:p>
                  </a:txBody>
                  <a:tcPr marL="36000" marR="36000" marT="0" marB="0" anchor="ctr">
                    <a:lnL w="6350" cap="flat">
                      <a:solidFill>
                        <a:srgbClr val="D9D9D9"/>
                      </a:solidFill>
                    </a:lnL>
                    <a:lnR w="6350" cap="flat">
                      <a:solidFill>
                        <a:srgbClr val="D9D9D9"/>
                      </a:solidFill>
                    </a:lnR>
                    <a:lnT w="6350" cap="flat">
                      <a:solidFill>
                        <a:srgbClr val="D9D9D9"/>
                      </a:solidFill>
                    </a:lnT>
                    <a:lnB w="6350" cap="flat">
                      <a:solidFill>
                        <a:srgbClr val="D9D9D9"/>
                      </a:solidFill>
                    </a:lnB>
                    <a:solidFill>
                      <a:schemeClr val="accent1">
                        <a:lumMod val="50000"/>
                      </a:schemeClr>
                    </a:solidFill>
                  </a:tcPr>
                </a:tc>
                <a:tc>
                  <a:txBody>
                    <a:bodyPr/>
                    <a:lstStyle/>
                    <a:p>
                      <a:pPr algn="ctr"/>
                      <a:r>
                        <a:rPr lang="ja-JP" sz="950" b="1">
                          <a:solidFill>
                            <a:schemeClr val="lt1"/>
                          </a:solidFill>
                          <a:latin typeface="Meiryo UI"/>
                          <a:ea typeface="Meiryo UI"/>
                        </a:rPr>
                        <a:t>備考</a:t>
                      </a:r>
                    </a:p>
                  </a:txBody>
                  <a:tcPr marL="36000" marR="36000" marT="0" marB="0" anchor="ctr">
                    <a:lnL w="6350" cap="flat">
                      <a:solidFill>
                        <a:srgbClr val="D9D9D9"/>
                      </a:solidFill>
                    </a:lnL>
                    <a:lnR w="6350" cap="flat">
                      <a:solidFill>
                        <a:srgbClr val="D9D9D9"/>
                      </a:solidFill>
                    </a:lnR>
                    <a:lnT w="6350" cap="flat">
                      <a:solidFill>
                        <a:srgbClr val="D9D9D9"/>
                      </a:solidFill>
                    </a:lnT>
                    <a:lnB w="6350" cap="flat">
                      <a:solidFill>
                        <a:srgbClr val="D9D9D9"/>
                      </a:solidFill>
                    </a:lnB>
                    <a:solidFill>
                      <a:schemeClr val="accent1">
                        <a:lumMod val="50000"/>
                      </a:schemeClr>
                    </a:solidFill>
                  </a:tcPr>
                </a:tc>
                <a:extLst>
                  <a:ext uri="{0D108BD9-81ED-4DB2-BD59-A6C34878D82A}">
                    <a16:rowId xmlns:a16="http://schemas.microsoft.com/office/drawing/2014/main" val="10000"/>
                  </a:ext>
                </a:extLst>
              </a:tr>
              <a:tr h="457200">
                <a:tc>
                  <a:txBody>
                    <a:bodyPr/>
                    <a:lstStyle/>
                    <a:p>
                      <a:pPr algn="l"/>
                      <a:r>
                        <a:rPr lang="ja-JP" sz="900" b="0">
                          <a:solidFill>
                            <a:schemeClr val="dk1"/>
                          </a:solidFill>
                          <a:latin typeface="Meiryo UI"/>
                          <a:ea typeface="Meiryo UI"/>
                        </a:rPr>
                        <a:t>投資有価証券</a:t>
                      </a:r>
                    </a:p>
                  </a:txBody>
                  <a:tcPr marL="36000" marR="36000" marT="0" marB="0" anchor="ctr">
                    <a:lnL w="6350" cap="flat">
                      <a:solidFill>
                        <a:srgbClr val="D9D9D9"/>
                      </a:solidFill>
                    </a:lnL>
                    <a:lnR w="6350" cap="flat">
                      <a:solidFill>
                        <a:srgbClr val="D9D9D9"/>
                      </a:solidFill>
                    </a:lnR>
                    <a:lnT w="6350" cap="flat">
                      <a:solidFill>
                        <a:srgbClr val="D9D9D9"/>
                      </a:solidFill>
                    </a:lnT>
                    <a:lnB w="6350" cap="flat">
                      <a:solidFill>
                        <a:srgbClr val="D9D9D9"/>
                      </a:solidFill>
                    </a:lnB>
                    <a:solidFill>
                      <a:srgbClr val="FFFFFF"/>
                    </a:solidFill>
                  </a:tcPr>
                </a:tc>
                <a:tc>
                  <a:txBody>
                    <a:bodyPr/>
                    <a:lstStyle/>
                    <a:p>
                      <a:pPr algn="ctr"/>
                      <a:r>
                        <a:rPr lang="ja-JP" sz="900" b="0">
                          <a:solidFill>
                            <a:schemeClr val="dk1"/>
                          </a:solidFill>
                          <a:latin typeface="Meiryo UI"/>
                          <a:ea typeface="Meiryo UI"/>
                        </a:rPr>
                        <a:t>銘柄別内訳 未受領</a:t>
                      </a:r>
                    </a:p>
                  </a:txBody>
                  <a:tcPr marL="36000" marR="36000" marT="0" marB="0" anchor="ctr">
                    <a:lnL w="6350" cap="flat">
                      <a:solidFill>
                        <a:srgbClr val="D9D9D9"/>
                      </a:solidFill>
                    </a:lnL>
                    <a:lnR w="6350" cap="flat">
                      <a:solidFill>
                        <a:srgbClr val="D9D9D9"/>
                      </a:solidFill>
                    </a:lnR>
                    <a:lnT w="6350" cap="flat">
                      <a:solidFill>
                        <a:srgbClr val="D9D9D9"/>
                      </a:solidFill>
                    </a:lnT>
                    <a:lnB w="6350" cap="flat">
                      <a:solidFill>
                        <a:srgbClr val="D9D9D9"/>
                      </a:solidFill>
                    </a:lnB>
                    <a:solidFill>
                      <a:srgbClr val="FFFFFF"/>
                    </a:solidFill>
                  </a:tcPr>
                </a:tc>
                <a:tc>
                  <a:txBody>
                    <a:bodyPr/>
                    <a:lstStyle/>
                    <a:p>
                      <a:pPr algn="ctr"/>
                      <a:r>
                        <a:rPr lang="ja-JP" sz="900" b="0">
                          <a:solidFill>
                            <a:schemeClr val="dk1"/>
                          </a:solidFill>
                          <a:latin typeface="Meiryo UI"/>
                          <a:ea typeface="Meiryo UI"/>
                        </a:rPr>
                        <a:t>275,896</a:t>
                      </a:r>
                    </a:p>
                  </a:txBody>
                  <a:tcPr marL="36000" marR="36000" marT="0" marB="0" anchor="ctr">
                    <a:lnL w="6350" cap="flat">
                      <a:solidFill>
                        <a:srgbClr val="D9D9D9"/>
                      </a:solidFill>
                    </a:lnL>
                    <a:lnR w="6350" cap="flat">
                      <a:solidFill>
                        <a:srgbClr val="D9D9D9"/>
                      </a:solidFill>
                    </a:lnR>
                    <a:lnT w="6350" cap="flat">
                      <a:solidFill>
                        <a:srgbClr val="D9D9D9"/>
                      </a:solidFill>
                    </a:lnT>
                    <a:lnB w="6350" cap="flat">
                      <a:solidFill>
                        <a:srgbClr val="D9D9D9"/>
                      </a:solidFill>
                    </a:lnB>
                    <a:solidFill>
                      <a:srgbClr val="FFFFFF"/>
                    </a:solidFill>
                  </a:tcPr>
                </a:tc>
                <a:tc>
                  <a:txBody>
                    <a:bodyPr/>
                    <a:lstStyle/>
                    <a:p>
                      <a:pPr algn="r"/>
                      <a:r>
                        <a:rPr lang="ja-JP" sz="900" b="0">
                          <a:solidFill>
                            <a:schemeClr val="dk1"/>
                          </a:solidFill>
                          <a:latin typeface="Meiryo UI"/>
                          <a:ea typeface="Meiryo UI"/>
                        </a:rPr>
                        <a:t>有価証券内訳明細書・証券会社残高証明書の受領後、銘柄・時価を確定</a:t>
                      </a:r>
                    </a:p>
                  </a:txBody>
                  <a:tcPr marL="36000" marR="36000" marT="0" marB="0" anchor="ctr">
                    <a:lnL w="6350" cap="flat">
                      <a:solidFill>
                        <a:srgbClr val="D9D9D9"/>
                      </a:solidFill>
                    </a:lnL>
                    <a:lnR w="6350" cap="flat">
                      <a:solidFill>
                        <a:srgbClr val="D9D9D9"/>
                      </a:solidFill>
                    </a:lnR>
                    <a:lnT w="6350" cap="flat">
                      <a:solidFill>
                        <a:srgbClr val="D9D9D9"/>
                      </a:solidFill>
                    </a:lnT>
                    <a:lnB w="6350" cap="flat">
                      <a:solidFill>
                        <a:srgbClr val="D9D9D9"/>
                      </a:solidFill>
                    </a:lnB>
                    <a:solidFill>
                      <a:srgbClr val="FFFFFF"/>
                    </a:solidFill>
                  </a:tcPr>
                </a:tc>
                <a:extLst>
                  <a:ext uri="{0D108BD9-81ED-4DB2-BD59-A6C34878D82A}">
                    <a16:rowId xmlns:a16="http://schemas.microsoft.com/office/drawing/2014/main" val="10001"/>
                  </a:ext>
                </a:extLst>
              </a:tr>
              <a:tr h="457200">
                <a:tc>
                  <a:txBody>
                    <a:bodyPr/>
                    <a:lstStyle/>
                    <a:p>
                      <a:pPr algn="l"/>
                      <a:r>
                        <a:rPr lang="ja-JP" sz="900" b="0">
                          <a:solidFill>
                            <a:schemeClr val="dk1"/>
                          </a:solidFill>
                          <a:latin typeface="Meiryo UI"/>
                          <a:ea typeface="Meiryo UI"/>
                        </a:rPr>
                        <a:t>保険積立金</a:t>
                      </a:r>
                    </a:p>
                  </a:txBody>
                  <a:tcPr marL="36000" marR="36000" marT="0" marB="0" anchor="ctr">
                    <a:lnL w="6350" cap="flat">
                      <a:solidFill>
                        <a:srgbClr val="D9D9D9"/>
                      </a:solidFill>
                    </a:lnL>
                    <a:lnR w="6350" cap="flat">
                      <a:solidFill>
                        <a:srgbClr val="D9D9D9"/>
                      </a:solidFill>
                    </a:lnR>
                    <a:lnT w="6350" cap="flat">
                      <a:solidFill>
                        <a:srgbClr val="D9D9D9"/>
                      </a:solidFill>
                    </a:lnT>
                    <a:lnB w="6350" cap="flat">
                      <a:solidFill>
                        <a:srgbClr val="D9D9D9"/>
                      </a:solidFill>
                    </a:lnB>
                    <a:solidFill>
                      <a:srgbClr val="FFFFFF"/>
                    </a:solidFill>
                  </a:tcPr>
                </a:tc>
                <a:tc>
                  <a:txBody>
                    <a:bodyPr/>
                    <a:lstStyle/>
                    <a:p>
                      <a:pPr algn="ctr"/>
                      <a:r>
                        <a:rPr lang="ja-JP" sz="900" b="0">
                          <a:solidFill>
                            <a:schemeClr val="dk1"/>
                          </a:solidFill>
                          <a:latin typeface="Meiryo UI"/>
                          <a:ea typeface="Meiryo UI"/>
                        </a:rPr>
                        <a:t>保険会社・商品名 未確認</a:t>
                      </a:r>
                    </a:p>
                  </a:txBody>
                  <a:tcPr marL="36000" marR="36000" marT="0" marB="0" anchor="ctr">
                    <a:lnL w="6350" cap="flat">
                      <a:solidFill>
                        <a:srgbClr val="D9D9D9"/>
                      </a:solidFill>
                    </a:lnL>
                    <a:lnR w="6350" cap="flat">
                      <a:solidFill>
                        <a:srgbClr val="D9D9D9"/>
                      </a:solidFill>
                    </a:lnR>
                    <a:lnT w="6350" cap="flat">
                      <a:solidFill>
                        <a:srgbClr val="D9D9D9"/>
                      </a:solidFill>
                    </a:lnT>
                    <a:lnB w="6350" cap="flat">
                      <a:solidFill>
                        <a:srgbClr val="D9D9D9"/>
                      </a:solidFill>
                    </a:lnB>
                    <a:solidFill>
                      <a:srgbClr val="FFFFFF"/>
                    </a:solidFill>
                  </a:tcPr>
                </a:tc>
                <a:tc>
                  <a:txBody>
                    <a:bodyPr/>
                    <a:lstStyle/>
                    <a:p>
                      <a:pPr algn="ctr"/>
                      <a:r>
                        <a:rPr lang="ja-JP" sz="900" b="0">
                          <a:solidFill>
                            <a:schemeClr val="dk1"/>
                          </a:solidFill>
                          <a:latin typeface="Meiryo UI"/>
                          <a:ea typeface="Meiryo UI"/>
                        </a:rPr>
                        <a:t>43,327</a:t>
                      </a:r>
                    </a:p>
                  </a:txBody>
                  <a:tcPr marL="36000" marR="36000" marT="0" marB="0" anchor="ctr">
                    <a:lnL w="6350" cap="flat">
                      <a:solidFill>
                        <a:srgbClr val="D9D9D9"/>
                      </a:solidFill>
                    </a:lnL>
                    <a:lnR w="6350" cap="flat">
                      <a:solidFill>
                        <a:srgbClr val="D9D9D9"/>
                      </a:solidFill>
                    </a:lnR>
                    <a:lnT w="6350" cap="flat">
                      <a:solidFill>
                        <a:srgbClr val="D9D9D9"/>
                      </a:solidFill>
                    </a:lnT>
                    <a:lnB w="6350" cap="flat">
                      <a:solidFill>
                        <a:srgbClr val="D9D9D9"/>
                      </a:solidFill>
                    </a:lnB>
                    <a:solidFill>
                      <a:srgbClr val="FFFFFF"/>
                    </a:solidFill>
                  </a:tcPr>
                </a:tc>
                <a:tc>
                  <a:txBody>
                    <a:bodyPr/>
                    <a:lstStyle/>
                    <a:p>
                      <a:pPr algn="r"/>
                      <a:r>
                        <a:rPr lang="ja-JP" sz="900" b="0">
                          <a:solidFill>
                            <a:schemeClr val="dk1"/>
                          </a:solidFill>
                          <a:latin typeface="Meiryo UI"/>
                          <a:ea typeface="Meiryo UI"/>
                        </a:rPr>
                        <a:t>解約返戻金額の確認、及び契約者変更の可否をあわせて確認</a:t>
                      </a:r>
                    </a:p>
                  </a:txBody>
                  <a:tcPr marL="36000" marR="36000" marT="0" marB="0" anchor="ctr">
                    <a:lnL w="6350" cap="flat">
                      <a:solidFill>
                        <a:srgbClr val="D9D9D9"/>
                      </a:solidFill>
                    </a:lnL>
                    <a:lnR w="6350" cap="flat">
                      <a:solidFill>
                        <a:srgbClr val="D9D9D9"/>
                      </a:solidFill>
                    </a:lnR>
                    <a:lnT w="6350" cap="flat">
                      <a:solidFill>
                        <a:srgbClr val="D9D9D9"/>
                      </a:solidFill>
                    </a:lnT>
                    <a:lnB w="6350" cap="flat">
                      <a:solidFill>
                        <a:srgbClr val="D9D9D9"/>
                      </a:solidFill>
                    </a:lnB>
                    <a:solidFill>
                      <a:srgbClr val="FFFFFF"/>
                    </a:solidFill>
                  </a:tcPr>
                </a:tc>
                <a:extLst>
                  <a:ext uri="{0D108BD9-81ED-4DB2-BD59-A6C34878D82A}">
                    <a16:rowId xmlns:a16="http://schemas.microsoft.com/office/drawing/2014/main" val="10001"/>
                  </a:ext>
                </a:extLst>
              </a:tr>
              <a:tr h="457200">
                <a:tc>
                  <a:txBody>
                    <a:bodyPr/>
                    <a:lstStyle/>
                    <a:p>
                      <a:pPr algn="l"/>
                      <a:r>
                        <a:rPr lang="ja-JP" sz="900" b="0">
                          <a:solidFill>
                            <a:schemeClr val="dk1"/>
                          </a:solidFill>
                          <a:latin typeface="Meiryo UI"/>
                          <a:ea typeface="Meiryo UI"/>
                        </a:rPr>
                        <a:t>車両運搬具</a:t>
                      </a:r>
                    </a:p>
                  </a:txBody>
                  <a:tcPr marL="36000" marR="36000" marT="0" marB="0" anchor="ctr">
                    <a:lnL w="6350" cap="flat">
                      <a:solidFill>
                        <a:srgbClr val="D9D9D9"/>
                      </a:solidFill>
                    </a:lnL>
                    <a:lnR w="6350" cap="flat">
                      <a:solidFill>
                        <a:srgbClr val="D9D9D9"/>
                      </a:solidFill>
                    </a:lnR>
                    <a:lnT w="6350" cap="flat">
                      <a:solidFill>
                        <a:srgbClr val="D9D9D9"/>
                      </a:solidFill>
                    </a:lnT>
                    <a:lnB w="6350" cap="flat">
                      <a:solidFill>
                        <a:srgbClr val="D9D9D9"/>
                      </a:solidFill>
                    </a:lnB>
                    <a:solidFill>
                      <a:srgbClr val="FFFFFF"/>
                    </a:solidFill>
                  </a:tcPr>
                </a:tc>
                <a:tc>
                  <a:txBody>
                    <a:bodyPr/>
                    <a:lstStyle/>
                    <a:p>
                      <a:pPr algn="ctr"/>
                      <a:r>
                        <a:rPr lang="ja-JP" sz="900" b="0">
                          <a:solidFill>
                            <a:schemeClr val="dk1"/>
                          </a:solidFill>
                          <a:latin typeface="Meiryo UI"/>
                          <a:ea typeface="Meiryo UI"/>
                        </a:rPr>
                        <a:t>自動車（車種未確認）</a:t>
                      </a:r>
                    </a:p>
                  </a:txBody>
                  <a:tcPr marL="36000" marR="36000" marT="0" marB="0" anchor="ctr">
                    <a:lnL w="6350" cap="flat">
                      <a:solidFill>
                        <a:srgbClr val="D9D9D9"/>
                      </a:solidFill>
                    </a:lnL>
                    <a:lnR w="6350" cap="flat">
                      <a:solidFill>
                        <a:srgbClr val="D9D9D9"/>
                      </a:solidFill>
                    </a:lnR>
                    <a:lnT w="6350" cap="flat">
                      <a:solidFill>
                        <a:srgbClr val="D9D9D9"/>
                      </a:solidFill>
                    </a:lnT>
                    <a:lnB w="6350" cap="flat">
                      <a:solidFill>
                        <a:srgbClr val="D9D9D9"/>
                      </a:solidFill>
                    </a:lnB>
                    <a:solidFill>
                      <a:srgbClr val="FFFFFF"/>
                    </a:solidFill>
                  </a:tcPr>
                </a:tc>
                <a:tc>
                  <a:txBody>
                    <a:bodyPr/>
                    <a:lstStyle/>
                    <a:p>
                      <a:pPr algn="ctr"/>
                      <a:r>
                        <a:rPr lang="ja-JP" sz="900" b="0">
                          <a:solidFill>
                            <a:schemeClr val="dk1"/>
                          </a:solidFill>
                          <a:latin typeface="Meiryo UI"/>
                          <a:ea typeface="Meiryo UI"/>
                        </a:rPr>
                        <a:t>265</a:t>
                      </a:r>
                    </a:p>
                  </a:txBody>
                  <a:tcPr marL="36000" marR="36000" marT="0" marB="0" anchor="ctr">
                    <a:lnL w="6350" cap="flat">
                      <a:solidFill>
                        <a:srgbClr val="D9D9D9"/>
                      </a:solidFill>
                    </a:lnL>
                    <a:lnR w="6350" cap="flat">
                      <a:solidFill>
                        <a:srgbClr val="D9D9D9"/>
                      </a:solidFill>
                    </a:lnR>
                    <a:lnT w="6350" cap="flat">
                      <a:solidFill>
                        <a:srgbClr val="D9D9D9"/>
                      </a:solidFill>
                    </a:lnT>
                    <a:lnB w="6350" cap="flat">
                      <a:solidFill>
                        <a:srgbClr val="D9D9D9"/>
                      </a:solidFill>
                    </a:lnB>
                    <a:solidFill>
                      <a:srgbClr val="FFFFFF"/>
                    </a:solidFill>
                  </a:tcPr>
                </a:tc>
                <a:tc>
                  <a:txBody>
                    <a:bodyPr/>
                    <a:lstStyle/>
                    <a:p>
                      <a:pPr algn="r"/>
                      <a:r>
                        <a:rPr lang="ja-JP" sz="900" b="0">
                          <a:solidFill>
                            <a:schemeClr val="dk1"/>
                          </a:solidFill>
                          <a:latin typeface="Meiryo UI"/>
                          <a:ea typeface="Meiryo UI"/>
                        </a:rPr>
                        <a:t>名義変更・自動車保険の付替えの要否を確認</a:t>
                      </a:r>
                    </a:p>
                  </a:txBody>
                  <a:tcPr marL="36000" marR="36000" marT="0" marB="0" anchor="ctr">
                    <a:lnL w="6350" cap="flat">
                      <a:solidFill>
                        <a:srgbClr val="D9D9D9"/>
                      </a:solidFill>
                    </a:lnL>
                    <a:lnR w="6350" cap="flat">
                      <a:solidFill>
                        <a:srgbClr val="D9D9D9"/>
                      </a:solidFill>
                    </a:lnR>
                    <a:lnT w="6350" cap="flat">
                      <a:solidFill>
                        <a:srgbClr val="D9D9D9"/>
                      </a:solidFill>
                    </a:lnT>
                    <a:lnB w="6350" cap="flat">
                      <a:solidFill>
                        <a:srgbClr val="D9D9D9"/>
                      </a:solidFill>
                    </a:lnB>
                    <a:solidFill>
                      <a:srgbClr val="FFFFFF"/>
                    </a:solidFill>
                  </a:tcPr>
                </a:tc>
                <a:extLst>
                  <a:ext uri="{0D108BD9-81ED-4DB2-BD59-A6C34878D82A}">
                    <a16:rowId xmlns:a16="http://schemas.microsoft.com/office/drawing/2014/main" val="10001"/>
                  </a:ext>
                </a:extLst>
              </a:tr>
              <a:tr h="457200">
                <a:tc>
                  <a:txBody>
                    <a:bodyPr/>
                    <a:lstStyle/>
                    <a:p>
                      <a:pPr algn="l"/>
                      <a:r>
                        <a:rPr lang="ja-JP" sz="900" b="1">
                          <a:solidFill>
                            <a:schemeClr val="dk1"/>
                          </a:solidFill>
                          <a:latin typeface="Meiryo UI"/>
                          <a:ea typeface="Meiryo UI"/>
                        </a:rPr>
                        <a:t>合計</a:t>
                      </a:r>
                    </a:p>
                  </a:txBody>
                  <a:tcPr marL="36000" marR="36000" marT="0" marB="0" anchor="ctr">
                    <a:lnL w="6350" cap="flat">
                      <a:solidFill>
                        <a:srgbClr val="D9D9D9"/>
                      </a:solidFill>
                    </a:lnL>
                    <a:lnR w="6350" cap="flat">
                      <a:solidFill>
                        <a:srgbClr val="D9D9D9"/>
                      </a:solidFill>
                    </a:lnR>
                    <a:lnT w="6350" cap="flat">
                      <a:solidFill>
                        <a:srgbClr val="D9D9D9"/>
                      </a:solidFill>
                    </a:lnT>
                    <a:lnB w="6350" cap="flat">
                      <a:solidFill>
                        <a:srgbClr val="D9D9D9"/>
                      </a:solidFill>
                    </a:lnB>
                    <a:solidFill>
                      <a:srgbClr val="FFFFFF"/>
                    </a:solidFill>
                  </a:tcPr>
                </a:tc>
                <a:tc>
                  <a:txBody>
                    <a:bodyPr/>
                    <a:lstStyle/>
                    <a:p>
                      <a:pPr algn="ctr"/>
                      <a:r>
                        <a:rPr/>
                        <a:t>　</a:t>
                      </a:r>
                      <a:endParaRPr/>
                    </a:p>
                  </a:txBody>
                  <a:tcPr marL="36000" marR="36000" marT="0" marB="0" anchor="ctr">
                    <a:lnL w="6350" cap="flat">
                      <a:solidFill>
                        <a:srgbClr val="D9D9D9"/>
                      </a:solidFill>
                    </a:lnL>
                    <a:lnR w="6350" cap="flat">
                      <a:solidFill>
                        <a:srgbClr val="D9D9D9"/>
                      </a:solidFill>
                    </a:lnR>
                    <a:lnT w="6350" cap="flat">
                      <a:solidFill>
                        <a:srgbClr val="D9D9D9"/>
                      </a:solidFill>
                    </a:lnT>
                    <a:lnB w="6350" cap="flat">
                      <a:solidFill>
                        <a:srgbClr val="D9D9D9"/>
                      </a:solidFill>
                    </a:lnB>
                    <a:solidFill>
                      <a:srgbClr val="FFFFFF"/>
                    </a:solidFill>
                  </a:tcPr>
                </a:tc>
                <a:tc>
                  <a:txBody>
                    <a:bodyPr/>
                    <a:lstStyle/>
                    <a:p>
                      <a:pPr algn="ctr"/>
                      <a:r>
                        <a:rPr/>
                        <a:t>319,488</a:t>
                      </a:r>
                      <a:endParaRPr/>
                    </a:p>
                  </a:txBody>
                  <a:tcPr marL="36000" marR="36000" marT="0" marB="0" anchor="ctr">
                    <a:lnL w="6350" cap="flat">
                      <a:solidFill>
                        <a:srgbClr val="D9D9D9"/>
                      </a:solidFill>
                    </a:lnL>
                    <a:lnR w="6350" cap="flat">
                      <a:solidFill>
                        <a:srgbClr val="D9D9D9"/>
                      </a:solidFill>
                    </a:lnR>
                    <a:lnT w="6350" cap="flat">
                      <a:solidFill>
                        <a:srgbClr val="D9D9D9"/>
                      </a:solidFill>
                    </a:lnT>
                    <a:lnB w="6350" cap="flat">
                      <a:solidFill>
                        <a:srgbClr val="D9D9D9"/>
                      </a:solidFill>
                    </a:lnB>
                    <a:solidFill>
                      <a:srgbClr val="FFFFFF"/>
                    </a:solidFill>
                  </a:tcPr>
                </a:tc>
                <a:tc>
                  <a:txBody>
                    <a:bodyPr/>
                    <a:lstStyle/>
                    <a:p>
                      <a:pPr algn="r"/>
                      <a:r>
                        <a:rPr lang="ja-JP" sz="900" b="1">
                          <a:solidFill>
                            <a:schemeClr val="dk1"/>
                          </a:solidFill>
                          <a:latin typeface="Meiryo UI"/>
                          <a:ea typeface="Meiryo UI"/>
                        </a:rPr>
                        <a:t>　</a:t>
                      </a:r>
                    </a:p>
                  </a:txBody>
                  <a:tcPr marL="36000" marR="36000" marT="0" marB="0" anchor="ctr">
                    <a:lnL w="6350" cap="flat">
                      <a:solidFill>
                        <a:srgbClr val="D9D9D9"/>
                      </a:solidFill>
                    </a:lnL>
                    <a:lnR w="6350" cap="flat">
                      <a:solidFill>
                        <a:srgbClr val="D9D9D9"/>
                      </a:solidFill>
                    </a:lnR>
                    <a:lnT w="6350" cap="flat">
                      <a:solidFill>
                        <a:srgbClr val="D9D9D9"/>
                      </a:solidFill>
                    </a:lnT>
                    <a:lnB w="6350" cap="flat">
                      <a:solidFill>
                        <a:srgbClr val="D9D9D9"/>
                      </a:solidFill>
                    </a:lnB>
                    <a:solidFill>
                      <a:srgbClr val="FFFFFF"/>
                    </a:solidFill>
                  </a:tcPr>
                </a:tc>
                <a:extLst>
                  <a:ext uri="{0D108BD9-81ED-4DB2-BD59-A6C34878D82A}">
                    <a16:rowId xmlns:a16="http://schemas.microsoft.com/office/drawing/2014/main" val="10015"/>
                  </a:ext>
                </a:extLst>
              </a:tr>
            </a:tbl>
          </a:graphicData>
        </a:graphic>
      </p:graphicFrame>
      <p:sp>
        <p:nvSpPr>
          <p:cNvPr id="210" name="TextBox 209"/>
          <p:cNvSpPr txBox="1"/>
          <p:nvPr/>
        </p:nvSpPr>
        <p:spPr>
          <a:xfrm>
            <a:off x="265176" y="4160520"/>
            <a:ext cx="8631936" cy="207749"/>
          </a:xfrm>
          <a:prstGeom prst="rect">
            <a:avLst/>
          </a:prstGeom>
          <a:noFill/>
        </p:spPr>
        <p:txBody>
          <a:bodyPr wrap="square">
            <a:spAutoFit/>
          </a:bodyPr>
          <a:lstStyle/>
          <a:p>
            <a:r>
              <a:rPr sz="750" dirty="0">
                <a:latin typeface="Meiryo UI"/>
                <a:ea typeface="Meiryo UI"/>
              </a:rPr>
              <a:t>※ 分割対象資産の最終的な範囲は、売主様のご意向及び税務上の適格要件を踏まえ、今後の協議事項となります。</a:t>
            </a:r>
            <a:endParaRPr sz="750" dirty="0">
              <a:latin typeface="Meiryo UI"/>
              <a:ea typeface="Meiryo UI"/>
            </a:endParaRPr>
          </a:p>
          <a:p>
            <a:r>
              <a:rPr sz="750" dirty="0">
                <a:latin typeface="Meiryo UI"/>
                <a:ea typeface="Meiryo UI"/>
              </a:rPr>
              <a:t>※ 投資有価証券・保険積立金の時価が判明した場合、含み損益に対する課税（非適格分割の場合）の検討が必要となります。</a:t>
            </a:r>
            <a:endParaRPr sz="750" dirty="0">
              <a:latin typeface="Meiryo UI"/>
              <a:ea typeface="Meiryo UI"/>
            </a:endParaRPr>
          </a:p>
        </p:txBody>
      </p:sp>
    </p:spTree>
    <p:extLst>
      <p:ext uri="{BB962C8B-B14F-4D97-AF65-F5344CB8AC3E}">
        <p14:creationId xmlns:p14="http://schemas.microsoft.com/office/powerpoint/2010/main" val="7059596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3">
          <a:extLst>
            <a:ext uri="{FF2B5EF4-FFF2-40B4-BE49-F238E27FC236}">
              <a16:creationId xmlns:a16="http://schemas.microsoft.com/office/drawing/2014/main" id="{E060CC70-4C07-22C4-4441-531594981EE0}"/>
            </a:ext>
          </a:extLst>
        </p:cNvPr>
        <p:cNvGrpSpPr/>
        <p:nvPr/>
      </p:nvGrpSpPr>
      <p:grpSpPr>
        <a:xfrm>
          <a:off x="0" y="0"/>
          <a:ext cx="0" cy="0"/>
          <a:chOff x="0" y="0"/>
          <a:chExt cx="0" cy="0"/>
        </a:xfrm>
      </p:grpSpPr>
      <p:sp>
        <p:nvSpPr>
          <p:cNvPr id="204" name="Google Shape;204;p3">
            <a:extLst>
              <a:ext uri="{FF2B5EF4-FFF2-40B4-BE49-F238E27FC236}">
                <a16:creationId xmlns:a16="http://schemas.microsoft.com/office/drawing/2014/main" id="{4EC6EFC1-ACE6-BC29-270A-1AE778498429}"/>
              </a:ext>
            </a:extLst>
          </p:cNvPr>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p>
            <a:pPr lvl="0"/>
            <a:r>
              <a:rPr lang="ja-JP" altLang="en-US" dirty="0">
                <a:solidFill>
                  <a:srgbClr val="5A5A5A"/>
                </a:solidFill>
                <a:latin typeface="Meiryo UI" panose="020B0604030504040204" pitchFamily="50" charset="-128"/>
                <a:ea typeface="Meiryo UI" panose="020B0604030504040204" pitchFamily="50" charset="-128"/>
              </a:rPr>
              <a:t>会社分割スキームの前提整理</a:t>
            </a:r>
            <a:endParaRPr b="1" dirty="0">
              <a:solidFill>
                <a:srgbClr val="5A5A5A"/>
              </a:solidFill>
              <a:latin typeface="Meiryo UI" panose="020B0604030504040204" pitchFamily="50" charset="-128"/>
              <a:ea typeface="Meiryo UI" panose="020B0604030504040204" pitchFamily="50" charset="-128"/>
              <a:sym typeface="Arial"/>
            </a:endParaRPr>
          </a:p>
        </p:txBody>
      </p:sp>
      <p:sp>
        <p:nvSpPr>
          <p:cNvPr id="205" name="Google Shape;205;p3">
            <a:extLst>
              <a:ext uri="{FF2B5EF4-FFF2-40B4-BE49-F238E27FC236}">
                <a16:creationId xmlns:a16="http://schemas.microsoft.com/office/drawing/2014/main" id="{B83F51F1-B261-0626-851A-31131A041479}"/>
              </a:ext>
            </a:extLst>
          </p:cNvPr>
          <p:cNvSpPr txBox="1"/>
          <p:nvPr/>
        </p:nvSpPr>
        <p:spPr>
          <a:xfrm>
            <a:off x="323528" y="116632"/>
            <a:ext cx="2376264" cy="188640"/>
          </a:xfrm>
          <a:prstGeom prst="rect">
            <a:avLst/>
          </a:prstGeom>
          <a:noFill/>
          <a:ln>
            <a:noFill/>
          </a:ln>
        </p:spPr>
        <p:txBody>
          <a:bodyPr spcFirstLastPara="1" wrap="square" lIns="36000" tIns="0" rIns="0" bIns="0" anchor="ctr" anchorCtr="0">
            <a:noAutofit/>
          </a:bodyPr>
          <a:lstStyle/>
          <a:p>
            <a:pPr marL="0" marR="0" lvl="0" indent="0" algn="l" rtl="0">
              <a:lnSpc>
                <a:spcPct val="100000"/>
              </a:lnSpc>
              <a:spcBef>
                <a:spcPts val="0"/>
              </a:spcBef>
              <a:spcAft>
                <a:spcPts val="0"/>
              </a:spcAft>
              <a:buClr>
                <a:srgbClr val="5A5A5A"/>
              </a:buClr>
              <a:buSzPts val="1000"/>
              <a:buFont typeface="Arial"/>
              <a:buNone/>
            </a:pPr>
            <a:r>
              <a:rPr lang="ja-JP" sz="1000" b="0" i="0" u="none" strike="noStrike" cap="none">
                <a:solidFill>
                  <a:srgbClr val="5A5A5A"/>
                </a:solidFill>
                <a:latin typeface="Meiryo UI" panose="020B0604030504040204" pitchFamily="50" charset="-128"/>
                <a:ea typeface="Meiryo UI" panose="020B0604030504040204" pitchFamily="50" charset="-128"/>
                <a:sym typeface="Arial"/>
              </a:rPr>
              <a:t>各種条件について</a:t>
            </a:r>
            <a:endParaRPr>
              <a:latin typeface="Meiryo UI" panose="020B0604030504040204" pitchFamily="50" charset="-128"/>
              <a:ea typeface="Meiryo UI" panose="020B0604030504040204" pitchFamily="50" charset="-128"/>
            </a:endParaRPr>
          </a:p>
        </p:txBody>
      </p:sp>
      <p:sp>
        <p:nvSpPr>
          <p:cNvPr id="206" name="Google Shape;206;p3">
            <a:extLst>
              <a:ext uri="{FF2B5EF4-FFF2-40B4-BE49-F238E27FC236}">
                <a16:creationId xmlns:a16="http://schemas.microsoft.com/office/drawing/2014/main" id="{05AD748F-3EFD-92FD-98FA-7D2ACBDDA092}"/>
              </a:ext>
            </a:extLst>
          </p:cNvPr>
          <p:cNvSpPr/>
          <p:nvPr/>
        </p:nvSpPr>
        <p:spPr>
          <a:xfrm>
            <a:off x="0" y="116632"/>
            <a:ext cx="323528" cy="180000"/>
          </a:xfrm>
          <a:prstGeom prst="parallelogram">
            <a:avLst>
              <a:gd name="adj" fmla="val 32938"/>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Arial"/>
              <a:buNone/>
            </a:pPr>
            <a:r>
              <a:rPr lang="ja-JP" sz="1000" b="0" i="0" u="none" strike="noStrike" cap="none">
                <a:solidFill>
                  <a:srgbClr val="FFFFFF"/>
                </a:solidFill>
                <a:latin typeface="Arial"/>
                <a:ea typeface="Arial"/>
                <a:cs typeface="Arial"/>
                <a:sym typeface="Arial"/>
              </a:rPr>
              <a:t>1</a:t>
            </a:r>
            <a:endParaRPr sz="1000" b="0" i="0" u="none" strike="noStrike" cap="none">
              <a:solidFill>
                <a:srgbClr val="FFFFFF"/>
              </a:solidFill>
              <a:latin typeface="Arial"/>
              <a:ea typeface="Arial"/>
              <a:cs typeface="Arial"/>
              <a:sym typeface="Arial"/>
            </a:endParaRPr>
          </a:p>
        </p:txBody>
      </p:sp>
      <p:sp>
        <p:nvSpPr>
          <p:cNvPr id="5" name="TextBox 209">
            <a:extLst>
              <a:ext uri="{FF2B5EF4-FFF2-40B4-BE49-F238E27FC236}">
                <a16:creationId xmlns:a16="http://schemas.microsoft.com/office/drawing/2014/main" id="{503165E7-17CD-D25F-9777-A78472EC3C28}"/>
              </a:ext>
            </a:extLst>
          </p:cNvPr>
          <p:cNvSpPr txBox="1"/>
          <p:nvPr/>
        </p:nvSpPr>
        <p:spPr>
          <a:xfrm>
            <a:off x="265176" y="836613"/>
            <a:ext cx="8631936" cy="461665"/>
          </a:xfrm>
          <a:prstGeom prst="rect">
            <a:avLst/>
          </a:prstGeom>
          <a:noFill/>
        </p:spPr>
        <p:txBody>
          <a:bodyPr wrap="square">
            <a:spAutoFit/>
          </a:bodyPr>
          <a:lstStyle/>
          <a:p>
            <a:r>
              <a:rPr lang="en-US" altLang="ja-JP" sz="1200" dirty="0">
                <a:latin typeface="Meiryo UI"/>
                <a:ea typeface="Meiryo UI"/>
              </a:rPr>
              <a:t>令和8年1月期末（2026年1月31日）BSをベースに、新設分割により非事業用資産（投資有価証券・保険積立金・車両運搬具）を新設会社へ承継。</a:t>
            </a:r>
          </a:p>
          <a:p>
            <a:r>
              <a:rPr lang="en-US" altLang="ja-JP" sz="1200" dirty="0">
                <a:latin typeface="Meiryo UI"/>
                <a:ea typeface="Meiryo UI"/>
              </a:rPr>
              <a:t>対象会社には事業用資産及び負債を残置し、現預金も全額残置する前提（ネットキャッシュ ＋5,418千円）。</a:t>
            </a:r>
          </a:p>
        </p:txBody>
      </p:sp>
      <p:sp>
        <p:nvSpPr>
          <p:cNvPr id="7" name="Rectangle 207">
            <a:extLst>
              <a:ext uri="{FF2B5EF4-FFF2-40B4-BE49-F238E27FC236}">
                <a16:creationId xmlns:a16="http://schemas.microsoft.com/office/drawing/2014/main" id="{1F6C2968-23D0-08B8-2589-19533BC71975}"/>
              </a:ext>
            </a:extLst>
          </p:cNvPr>
          <p:cNvSpPr/>
          <p:nvPr/>
        </p:nvSpPr>
        <p:spPr>
          <a:xfrm>
            <a:off x="411480" y="1600200"/>
            <a:ext cx="2514600" cy="4023360"/>
          </a:xfrm>
          <a:prstGeom prst="rect">
            <a:avLst/>
          </a:prstGeom>
          <a:solidFill>
            <a:srgbClr val="FFFFFF"/>
          </a:solidFill>
          <a:ln w="15875">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t"/>
          <a:lstStyle/>
          <a:p>
            <a:pPr algn="l"/>
            <a:endParaRPr/>
          </a:p>
        </p:txBody>
      </p:sp>
      <p:sp>
        <p:nvSpPr>
          <p:cNvPr id="9" name="Rectangle 208">
            <a:extLst>
              <a:ext uri="{FF2B5EF4-FFF2-40B4-BE49-F238E27FC236}">
                <a16:creationId xmlns:a16="http://schemas.microsoft.com/office/drawing/2014/main" id="{B8626540-0E1B-740C-73DC-712E1D18583A}"/>
              </a:ext>
            </a:extLst>
          </p:cNvPr>
          <p:cNvSpPr/>
          <p:nvPr/>
        </p:nvSpPr>
        <p:spPr>
          <a:xfrm>
            <a:off x="411480" y="1600200"/>
            <a:ext cx="2514600" cy="384048"/>
          </a:xfrm>
          <a:prstGeom prst="rect">
            <a:avLst/>
          </a:prstGeom>
          <a:solidFill>
            <a:srgbClr val="203864"/>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ctr"/>
          <a:lstStyle/>
          <a:p>
            <a:pPr algn="ctr"/>
            <a:r>
              <a:rPr lang="ja-JP" sz="1050" b="1">
                <a:solidFill>
                  <a:srgbClr val="FFFFFF"/>
                </a:solidFill>
                <a:latin typeface="Meiryo UI"/>
                <a:ea typeface="Meiryo UI"/>
              </a:rPr>
              <a:t>現状｜株式会社カナリア</a:t>
            </a:r>
          </a:p>
        </p:txBody>
      </p:sp>
      <p:sp>
        <p:nvSpPr>
          <p:cNvPr id="11" name="TextBox 209">
            <a:extLst>
              <a:ext uri="{FF2B5EF4-FFF2-40B4-BE49-F238E27FC236}">
                <a16:creationId xmlns:a16="http://schemas.microsoft.com/office/drawing/2014/main" id="{ED42AF1F-F165-3A14-72B4-935E943E23E1}"/>
              </a:ext>
            </a:extLst>
          </p:cNvPr>
          <p:cNvSpPr txBox="1"/>
          <p:nvPr/>
        </p:nvSpPr>
        <p:spPr>
          <a:xfrm>
            <a:off x="530352" y="2103120"/>
            <a:ext cx="2331720" cy="3383280"/>
          </a:xfrm>
          <a:prstGeom prst="rect">
            <a:avLst/>
          </a:prstGeom>
          <a:noFill/>
        </p:spPr>
        <p:txBody>
          <a:bodyPr wrap="square" lIns="54000" tIns="27000" rIns="54000" bIns="27000" anchor="t">
            <a:spAutoFit/>
          </a:bodyPr>
          <a:lstStyle/>
          <a:p>
            <a:pPr algn="l"/>
            <a:r>
              <a:rPr lang="ja-JP" sz="950" b="0">
                <a:solidFill>
                  <a:srgbClr val="000000"/>
                </a:solidFill>
                <a:latin typeface="Meiryo UI"/>
                <a:ea typeface="Meiryo UI"/>
              </a:rPr>
              <a:t>① キャラクターグッズ企画・製造販売事業</a:t>
            </a:r>
          </a:p>
          <a:p>
            <a:pPr algn="l"/>
            <a:r>
              <a:rPr lang="ja-JP" sz="950" b="0">
                <a:solidFill>
                  <a:srgbClr val="000000"/>
                </a:solidFill>
                <a:latin typeface="Meiryo UI"/>
                <a:ea typeface="Meiryo UI"/>
              </a:rPr>
              <a:t>　（ライセンス／版権商品）</a:t>
            </a:r>
          </a:p>
          <a:p>
            <a:pPr algn="l"/>
            <a:r>
              <a:rPr lang="ja-JP" sz="950" b="0">
                <a:solidFill>
                  <a:srgbClr val="000000"/>
                </a:solidFill>
                <a:latin typeface="Meiryo UI"/>
                <a:ea typeface="Meiryo UI"/>
              </a:rPr>
              <a:t>② OEM受託事業</a:t>
            </a:r>
          </a:p>
          <a:p>
            <a:pPr algn="l"/>
            <a:r>
              <a:rPr lang="ja-JP" sz="950" b="0">
                <a:solidFill>
                  <a:srgbClr val="000000"/>
                </a:solidFill>
                <a:latin typeface="Meiryo UI"/>
                <a:ea typeface="Meiryo UI"/>
              </a:rPr>
              <a:t>③ 非事業用資産の保有</a:t>
            </a:r>
          </a:p>
          <a:p>
            <a:pPr algn="l"/>
            <a:r>
              <a:rPr lang="ja-JP" sz="950" b="0">
                <a:solidFill>
                  <a:srgbClr val="000000"/>
                </a:solidFill>
                <a:latin typeface="Meiryo UI"/>
                <a:ea typeface="Meiryo UI"/>
              </a:rPr>
              <a:t>─────────────</a:t>
            </a:r>
          </a:p>
          <a:p>
            <a:pPr algn="l"/>
            <a:r>
              <a:rPr lang="ja-JP" sz="950" b="0">
                <a:solidFill>
                  <a:srgbClr val="000000"/>
                </a:solidFill>
                <a:latin typeface="Meiryo UI"/>
                <a:ea typeface="Meiryo UI"/>
              </a:rPr>
              <a:t>現預金 193,226千円</a:t>
            </a:r>
          </a:p>
          <a:p>
            <a:pPr algn="l"/>
            <a:r>
              <a:rPr lang="ja-JP" sz="950" b="0">
                <a:solidFill>
                  <a:srgbClr val="000000"/>
                </a:solidFill>
                <a:latin typeface="Meiryo UI"/>
                <a:ea typeface="Meiryo UI"/>
              </a:rPr>
              <a:t>投資有価証券 275,896千円</a:t>
            </a:r>
          </a:p>
          <a:p>
            <a:pPr algn="l"/>
            <a:r>
              <a:rPr lang="ja-JP" sz="950" b="0">
                <a:solidFill>
                  <a:srgbClr val="000000"/>
                </a:solidFill>
                <a:latin typeface="Meiryo UI"/>
                <a:ea typeface="Meiryo UI"/>
              </a:rPr>
              <a:t>保険積立金 43,327千円</a:t>
            </a:r>
          </a:p>
          <a:p>
            <a:pPr algn="l"/>
            <a:r>
              <a:rPr lang="ja-JP" sz="950" b="0">
                <a:solidFill>
                  <a:srgbClr val="000000"/>
                </a:solidFill>
                <a:latin typeface="Meiryo UI"/>
                <a:ea typeface="Meiryo UI"/>
              </a:rPr>
              <a:t>車両運搬具 265千円</a:t>
            </a:r>
          </a:p>
          <a:p>
            <a:pPr algn="l"/>
            <a:r>
              <a:rPr lang="ja-JP" sz="950" b="0">
                <a:solidFill>
                  <a:srgbClr val="000000"/>
                </a:solidFill>
                <a:latin typeface="Meiryo UI"/>
                <a:ea typeface="Meiryo UI"/>
              </a:rPr>
              <a:t>借入金 187,808千円</a:t>
            </a:r>
          </a:p>
          <a:p>
            <a:pPr algn="l"/>
            <a:r>
              <a:rPr lang="ja-JP" sz="950" b="0">
                <a:solidFill>
                  <a:srgbClr val="000000"/>
                </a:solidFill>
                <a:latin typeface="Meiryo UI"/>
                <a:ea typeface="Meiryo UI"/>
              </a:rPr>
              <a:t>その他資産・負債</a:t>
            </a:r>
          </a:p>
        </p:txBody>
      </p:sp>
      <p:sp>
        <p:nvSpPr>
          <p:cNvPr id="13" name="Right Arrow 210">
            <a:extLst>
              <a:ext uri="{FF2B5EF4-FFF2-40B4-BE49-F238E27FC236}">
                <a16:creationId xmlns:a16="http://schemas.microsoft.com/office/drawing/2014/main" id="{FF15E4F8-9F53-A15C-B68E-64E159215B7A}"/>
              </a:ext>
            </a:extLst>
          </p:cNvPr>
          <p:cNvSpPr/>
          <p:nvPr/>
        </p:nvSpPr>
        <p:spPr>
          <a:xfrm>
            <a:off x="3063240" y="3246120"/>
            <a:ext cx="868680" cy="685800"/>
          </a:xfrm>
          <a:prstGeom prst="rightArrow">
            <a:avLst/>
          </a:prstGeom>
          <a:solidFill>
            <a:srgbClr val="D9E2F3"/>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ctr"/>
          <a:lstStyle/>
          <a:p>
            <a:pPr algn="ctr"/>
            <a:r>
              <a:rPr lang="ja-JP" sz="850" b="1">
                <a:solidFill>
                  <a:srgbClr val="203864"/>
                </a:solidFill>
                <a:latin typeface="Meiryo UI"/>
                <a:ea typeface="Meiryo UI"/>
              </a:rPr>
              <a:t>新設分割</a:t>
            </a:r>
          </a:p>
        </p:txBody>
      </p:sp>
      <p:sp>
        <p:nvSpPr>
          <p:cNvPr id="15" name="Rectangle 211">
            <a:extLst>
              <a:ext uri="{FF2B5EF4-FFF2-40B4-BE49-F238E27FC236}">
                <a16:creationId xmlns:a16="http://schemas.microsoft.com/office/drawing/2014/main" id="{D2DE299A-D820-1D49-CFD7-B1582CCFE55F}"/>
              </a:ext>
            </a:extLst>
          </p:cNvPr>
          <p:cNvSpPr/>
          <p:nvPr/>
        </p:nvSpPr>
        <p:spPr>
          <a:xfrm>
            <a:off x="4069080" y="1600200"/>
            <a:ext cx="4663440" cy="2103120"/>
          </a:xfrm>
          <a:prstGeom prst="rect">
            <a:avLst/>
          </a:prstGeom>
          <a:solidFill>
            <a:srgbClr val="D9E2F3"/>
          </a:solidFill>
          <a:ln w="19050">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t"/>
          <a:lstStyle/>
          <a:p>
            <a:pPr algn="l"/>
            <a:endParaRPr/>
          </a:p>
        </p:txBody>
      </p:sp>
      <p:sp>
        <p:nvSpPr>
          <p:cNvPr id="17" name="Rectangle 212">
            <a:extLst>
              <a:ext uri="{FF2B5EF4-FFF2-40B4-BE49-F238E27FC236}">
                <a16:creationId xmlns:a16="http://schemas.microsoft.com/office/drawing/2014/main" id="{868696E2-E177-7722-970A-D79625123DD8}"/>
              </a:ext>
            </a:extLst>
          </p:cNvPr>
          <p:cNvSpPr/>
          <p:nvPr/>
        </p:nvSpPr>
        <p:spPr>
          <a:xfrm>
            <a:off x="4069080" y="1600200"/>
            <a:ext cx="4663440" cy="384048"/>
          </a:xfrm>
          <a:prstGeom prst="rect">
            <a:avLst/>
          </a:prstGeom>
          <a:solidFill>
            <a:srgbClr val="203864"/>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ctr"/>
          <a:lstStyle/>
          <a:p>
            <a:pPr algn="ctr"/>
            <a:r>
              <a:rPr lang="ja-JP" sz="1000" b="1">
                <a:solidFill>
                  <a:srgbClr val="FFFFFF"/>
                </a:solidFill>
                <a:latin typeface="Meiryo UI"/>
                <a:ea typeface="Meiryo UI"/>
              </a:rPr>
              <a:t>対象会社（株式会社カナリア）｜株式100%譲渡</a:t>
            </a:r>
          </a:p>
        </p:txBody>
      </p:sp>
      <p:sp>
        <p:nvSpPr>
          <p:cNvPr id="19" name="TextBox 213">
            <a:extLst>
              <a:ext uri="{FF2B5EF4-FFF2-40B4-BE49-F238E27FC236}">
                <a16:creationId xmlns:a16="http://schemas.microsoft.com/office/drawing/2014/main" id="{1B19AD1E-6226-1E23-5D70-96453057B1ED}"/>
              </a:ext>
            </a:extLst>
          </p:cNvPr>
          <p:cNvSpPr txBox="1"/>
          <p:nvPr/>
        </p:nvSpPr>
        <p:spPr>
          <a:xfrm>
            <a:off x="4206240" y="2057400"/>
            <a:ext cx="4434840" cy="1600200"/>
          </a:xfrm>
          <a:prstGeom prst="rect">
            <a:avLst/>
          </a:prstGeom>
          <a:noFill/>
        </p:spPr>
        <p:txBody>
          <a:bodyPr wrap="square" lIns="54000" tIns="27000" rIns="54000" bIns="27000" anchor="t">
            <a:spAutoFit/>
          </a:bodyPr>
          <a:lstStyle/>
          <a:p>
            <a:pPr algn="l"/>
            <a:r>
              <a:rPr lang="ja-JP" sz="950" b="0" dirty="0">
                <a:solidFill>
                  <a:srgbClr val="000000"/>
                </a:solidFill>
                <a:latin typeface="Meiryo UI"/>
                <a:ea typeface="Meiryo UI"/>
              </a:rPr>
              <a:t>・キャラクターグッズ企画・製造販売／OEM受託事業</a:t>
            </a:r>
          </a:p>
          <a:p>
            <a:pPr algn="l"/>
            <a:r>
              <a:rPr lang="ja-JP" sz="950" b="0" dirty="0">
                <a:solidFill>
                  <a:srgbClr val="000000"/>
                </a:solidFill>
                <a:latin typeface="Meiryo UI"/>
                <a:ea typeface="Meiryo UI"/>
              </a:rPr>
              <a:t>　（従業員・取引先契約・事業用資産）</a:t>
            </a:r>
          </a:p>
          <a:p>
            <a:pPr algn="l"/>
            <a:r>
              <a:rPr lang="ja-JP" sz="950" b="0" dirty="0">
                <a:solidFill>
                  <a:srgbClr val="000000"/>
                </a:solidFill>
                <a:latin typeface="Meiryo UI"/>
                <a:ea typeface="Meiryo UI"/>
              </a:rPr>
              <a:t>・現預金 193,226千円（全額残置）</a:t>
            </a:r>
          </a:p>
          <a:p>
            <a:pPr algn="l"/>
            <a:r>
              <a:rPr lang="ja-JP" sz="950" b="0" dirty="0">
                <a:solidFill>
                  <a:srgbClr val="000000"/>
                </a:solidFill>
                <a:latin typeface="Meiryo UI"/>
                <a:ea typeface="Meiryo UI"/>
              </a:rPr>
              <a:t>・借入金 187,808千円ほか負債を残置</a:t>
            </a:r>
          </a:p>
          <a:p>
            <a:pPr algn="l"/>
            <a:r>
              <a:rPr lang="ja-JP" sz="950" b="0" dirty="0">
                <a:solidFill>
                  <a:srgbClr val="000000"/>
                </a:solidFill>
                <a:latin typeface="Meiryo UI"/>
                <a:ea typeface="Meiryo UI"/>
              </a:rPr>
              <a:t>　→ ネットキャッシュ ＋5,418千円</a:t>
            </a:r>
          </a:p>
        </p:txBody>
      </p:sp>
      <p:sp>
        <p:nvSpPr>
          <p:cNvPr id="21" name="Rectangle 214">
            <a:extLst>
              <a:ext uri="{FF2B5EF4-FFF2-40B4-BE49-F238E27FC236}">
                <a16:creationId xmlns:a16="http://schemas.microsoft.com/office/drawing/2014/main" id="{8ADC3D96-F652-5BE4-9817-ACF34CFC7F59}"/>
              </a:ext>
            </a:extLst>
          </p:cNvPr>
          <p:cNvSpPr/>
          <p:nvPr/>
        </p:nvSpPr>
        <p:spPr>
          <a:xfrm>
            <a:off x="4069080" y="3931920"/>
            <a:ext cx="4663440" cy="1691640"/>
          </a:xfrm>
          <a:prstGeom prst="rect">
            <a:avLst/>
          </a:prstGeom>
          <a:solidFill>
            <a:srgbClr val="F2F2F2"/>
          </a:solidFill>
          <a:ln w="15875">
            <a:solidFill>
              <a:srgbClr val="808080"/>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t"/>
          <a:lstStyle/>
          <a:p>
            <a:pPr algn="l"/>
            <a:endParaRPr/>
          </a:p>
        </p:txBody>
      </p:sp>
      <p:sp>
        <p:nvSpPr>
          <p:cNvPr id="23" name="Rectangle 215">
            <a:extLst>
              <a:ext uri="{FF2B5EF4-FFF2-40B4-BE49-F238E27FC236}">
                <a16:creationId xmlns:a16="http://schemas.microsoft.com/office/drawing/2014/main" id="{347B4512-0D20-8027-127B-9DD80C63F810}"/>
              </a:ext>
            </a:extLst>
          </p:cNvPr>
          <p:cNvSpPr/>
          <p:nvPr/>
        </p:nvSpPr>
        <p:spPr>
          <a:xfrm>
            <a:off x="4069080" y="3931920"/>
            <a:ext cx="4663440" cy="384048"/>
          </a:xfrm>
          <a:prstGeom prst="rect">
            <a:avLst/>
          </a:prstGeom>
          <a:solidFill>
            <a:srgbClr val="595959"/>
          </a:solid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ctr"/>
          <a:lstStyle/>
          <a:p>
            <a:pPr algn="ctr"/>
            <a:r>
              <a:rPr lang="ja-JP" sz="1000" b="1">
                <a:solidFill>
                  <a:srgbClr val="FFFFFF"/>
                </a:solidFill>
                <a:latin typeface="Meiryo UI"/>
                <a:ea typeface="Meiryo UI"/>
              </a:rPr>
              <a:t>新設会社（売主側に残置）</a:t>
            </a:r>
          </a:p>
        </p:txBody>
      </p:sp>
      <p:sp>
        <p:nvSpPr>
          <p:cNvPr id="25" name="TextBox 216">
            <a:extLst>
              <a:ext uri="{FF2B5EF4-FFF2-40B4-BE49-F238E27FC236}">
                <a16:creationId xmlns:a16="http://schemas.microsoft.com/office/drawing/2014/main" id="{078E71D1-0F70-6A36-3B9C-95BA2FFDC8DF}"/>
              </a:ext>
            </a:extLst>
          </p:cNvPr>
          <p:cNvSpPr txBox="1"/>
          <p:nvPr/>
        </p:nvSpPr>
        <p:spPr>
          <a:xfrm>
            <a:off x="4206240" y="4389120"/>
            <a:ext cx="4434840" cy="785497"/>
          </a:xfrm>
          <a:prstGeom prst="rect">
            <a:avLst/>
          </a:prstGeom>
          <a:noFill/>
        </p:spPr>
        <p:txBody>
          <a:bodyPr wrap="square" lIns="54000" tIns="27000" rIns="54000" bIns="27000" anchor="t">
            <a:spAutoFit/>
          </a:bodyPr>
          <a:lstStyle/>
          <a:p>
            <a:pPr algn="l"/>
            <a:r>
              <a:rPr lang="ja-JP" sz="950" b="0" dirty="0">
                <a:solidFill>
                  <a:srgbClr val="000000"/>
                </a:solidFill>
                <a:latin typeface="Meiryo UI"/>
                <a:ea typeface="Meiryo UI"/>
              </a:rPr>
              <a:t>・非事業用資産の保有</a:t>
            </a:r>
          </a:p>
          <a:p>
            <a:pPr algn="l"/>
            <a:r>
              <a:rPr lang="ja-JP" sz="950" b="0" dirty="0">
                <a:solidFill>
                  <a:srgbClr val="000000"/>
                </a:solidFill>
                <a:latin typeface="Meiryo UI"/>
                <a:ea typeface="Meiryo UI"/>
              </a:rPr>
              <a:t>・投資有価証券 275,896千円</a:t>
            </a:r>
          </a:p>
          <a:p>
            <a:pPr algn="l"/>
            <a:r>
              <a:rPr lang="ja-JP" sz="950" b="0" dirty="0">
                <a:solidFill>
                  <a:srgbClr val="000000"/>
                </a:solidFill>
                <a:latin typeface="Meiryo UI"/>
                <a:ea typeface="Meiryo UI"/>
              </a:rPr>
              <a:t>・保険積立金 43,327千円</a:t>
            </a:r>
          </a:p>
          <a:p>
            <a:pPr algn="l"/>
            <a:r>
              <a:rPr lang="ja-JP" sz="950" b="0" dirty="0">
                <a:solidFill>
                  <a:srgbClr val="000000"/>
                </a:solidFill>
                <a:latin typeface="Meiryo UI"/>
                <a:ea typeface="Meiryo UI"/>
              </a:rPr>
              <a:t>・車両運搬具 265千円</a:t>
            </a:r>
          </a:p>
          <a:p>
            <a:pPr algn="l"/>
            <a:r>
              <a:rPr lang="ja-JP" sz="950" b="0" dirty="0">
                <a:solidFill>
                  <a:srgbClr val="000000"/>
                </a:solidFill>
                <a:latin typeface="Meiryo UI"/>
                <a:ea typeface="Meiryo UI"/>
              </a:rPr>
              <a:t>・負債 なし</a:t>
            </a:r>
          </a:p>
        </p:txBody>
      </p:sp>
      <p:sp>
        <p:nvSpPr>
          <p:cNvPr id="27" name="TextBox 209">
            <a:extLst>
              <a:ext uri="{FF2B5EF4-FFF2-40B4-BE49-F238E27FC236}">
                <a16:creationId xmlns:a16="http://schemas.microsoft.com/office/drawing/2014/main" id="{20A63D63-6BE0-49DB-AA2E-DCAC11E850C9}"/>
              </a:ext>
            </a:extLst>
          </p:cNvPr>
          <p:cNvSpPr txBox="1"/>
          <p:nvPr/>
        </p:nvSpPr>
        <p:spPr>
          <a:xfrm>
            <a:off x="265176" y="5897880"/>
            <a:ext cx="8631936" cy="323165"/>
          </a:xfrm>
          <a:prstGeom prst="rect">
            <a:avLst/>
          </a:prstGeom>
          <a:noFill/>
        </p:spPr>
        <p:txBody>
          <a:bodyPr wrap="square">
            <a:spAutoFit/>
          </a:bodyPr>
          <a:lstStyle/>
          <a:p>
            <a:r>
              <a:rPr sz="750" dirty="0">
                <a:latin typeface="Meiryo UI"/>
                <a:ea typeface="Meiryo UI"/>
              </a:rPr>
              <a:t>※ 現預金・借入金の最終的な取扱いは売主様のご意向により変更となる可能性があります（現預金の一部を新設会社へ承継する案を含め、今後の協議事項）。</a:t>
            </a:r>
          </a:p>
          <a:p>
            <a:r>
              <a:rPr sz="750" dirty="0">
                <a:latin typeface="Meiryo UI"/>
                <a:ea typeface="Meiryo UI"/>
              </a:rPr>
              <a:t>※ 分割に伴う債権者保護手続、契約・許認可・労務等の手続、分割期日・株式譲渡実行日のスケジュールは別途整理します。</a:t>
            </a:r>
          </a:p>
        </p:txBody>
      </p:sp>
    </p:spTree>
    <p:extLst>
      <p:ext uri="{BB962C8B-B14F-4D97-AF65-F5344CB8AC3E}">
        <p14:creationId xmlns:p14="http://schemas.microsoft.com/office/powerpoint/2010/main" val="5028550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3">
          <a:extLst>
            <a:ext uri="{FF2B5EF4-FFF2-40B4-BE49-F238E27FC236}">
              <a16:creationId xmlns:a16="http://schemas.microsoft.com/office/drawing/2014/main" id="{95BC019A-7F9F-28DC-1F66-8C7798117E1F}"/>
            </a:ext>
          </a:extLst>
        </p:cNvPr>
        <p:cNvGrpSpPr/>
        <p:nvPr/>
      </p:nvGrpSpPr>
      <p:grpSpPr>
        <a:xfrm>
          <a:off x="0" y="0"/>
          <a:ext cx="0" cy="0"/>
          <a:chOff x="0" y="0"/>
          <a:chExt cx="0" cy="0"/>
        </a:xfrm>
      </p:grpSpPr>
      <p:sp>
        <p:nvSpPr>
          <p:cNvPr id="204" name="Google Shape;204;p3">
            <a:extLst>
              <a:ext uri="{FF2B5EF4-FFF2-40B4-BE49-F238E27FC236}">
                <a16:creationId xmlns:a16="http://schemas.microsoft.com/office/drawing/2014/main" id="{2D1ED253-F40D-FF0C-6733-FB293BC49945}"/>
              </a:ext>
            </a:extLst>
          </p:cNvPr>
          <p:cNvSpPr txBox="1">
            <a:spLocks noGrp="1"/>
          </p:cNvSpPr>
          <p:nvPr>
            <p:ph type="title"/>
          </p:nvPr>
        </p:nvSpPr>
        <p:spPr>
          <a:xfrm>
            <a:off x="395536" y="332655"/>
            <a:ext cx="6696744" cy="288033"/>
          </a:xfrm>
          <a:prstGeom prst="rect">
            <a:avLst/>
          </a:prstGeom>
          <a:noFill/>
          <a:ln>
            <a:noFill/>
          </a:ln>
        </p:spPr>
        <p:txBody>
          <a:bodyPr spcFirstLastPara="1" wrap="square" lIns="91425" tIns="45700" rIns="91425" bIns="45700" anchor="ctr" anchorCtr="0">
            <a:noAutofit/>
          </a:bodyPr>
          <a:lstStyle/>
          <a:p>
            <a:pPr lvl="0"/>
            <a:r>
              <a:rPr lang="ja-JP" altLang="en-US" dirty="0">
                <a:solidFill>
                  <a:srgbClr val="5A5A5A"/>
                </a:solidFill>
                <a:latin typeface="Meiryo UI" panose="020B0604030504040204" pitchFamily="50" charset="-128"/>
                <a:ea typeface="Meiryo UI" panose="020B0604030504040204" pitchFamily="50" charset="-128"/>
              </a:rPr>
              <a:t>分割後BSイメージ（令和8年1月期BSベース）</a:t>
            </a:r>
            <a:endParaRPr b="1" dirty="0">
              <a:solidFill>
                <a:srgbClr val="5A5A5A"/>
              </a:solidFill>
              <a:latin typeface="Meiryo UI" panose="020B0604030504040204" pitchFamily="50" charset="-128"/>
              <a:ea typeface="Meiryo UI" panose="020B0604030504040204" pitchFamily="50" charset="-128"/>
              <a:sym typeface="Arial"/>
            </a:endParaRPr>
          </a:p>
        </p:txBody>
      </p:sp>
      <p:sp>
        <p:nvSpPr>
          <p:cNvPr id="205" name="Google Shape;205;p3">
            <a:extLst>
              <a:ext uri="{FF2B5EF4-FFF2-40B4-BE49-F238E27FC236}">
                <a16:creationId xmlns:a16="http://schemas.microsoft.com/office/drawing/2014/main" id="{E50847C0-091C-291B-273F-333A519640AC}"/>
              </a:ext>
            </a:extLst>
          </p:cNvPr>
          <p:cNvSpPr txBox="1"/>
          <p:nvPr/>
        </p:nvSpPr>
        <p:spPr>
          <a:xfrm>
            <a:off x="323528" y="116632"/>
            <a:ext cx="2376264" cy="188640"/>
          </a:xfrm>
          <a:prstGeom prst="rect">
            <a:avLst/>
          </a:prstGeom>
          <a:noFill/>
          <a:ln>
            <a:noFill/>
          </a:ln>
        </p:spPr>
        <p:txBody>
          <a:bodyPr spcFirstLastPara="1" wrap="square" lIns="36000" tIns="0" rIns="0" bIns="0" anchor="ctr" anchorCtr="0">
            <a:noAutofit/>
          </a:bodyPr>
          <a:lstStyle/>
          <a:p>
            <a:pPr marL="0" marR="0" lvl="0" indent="0" algn="l" rtl="0">
              <a:lnSpc>
                <a:spcPct val="100000"/>
              </a:lnSpc>
              <a:spcBef>
                <a:spcPts val="0"/>
              </a:spcBef>
              <a:spcAft>
                <a:spcPts val="0"/>
              </a:spcAft>
              <a:buClr>
                <a:srgbClr val="5A5A5A"/>
              </a:buClr>
              <a:buSzPts val="1000"/>
              <a:buFont typeface="Arial"/>
              <a:buNone/>
            </a:pPr>
            <a:r>
              <a:rPr lang="ja-JP" sz="1000" b="0" i="0" u="none" strike="noStrike" cap="none">
                <a:solidFill>
                  <a:srgbClr val="5A5A5A"/>
                </a:solidFill>
                <a:latin typeface="Meiryo UI" panose="020B0604030504040204" pitchFamily="50" charset="-128"/>
                <a:ea typeface="Meiryo UI" panose="020B0604030504040204" pitchFamily="50" charset="-128"/>
                <a:sym typeface="Arial"/>
              </a:rPr>
              <a:t>各種条件について</a:t>
            </a:r>
            <a:endParaRPr>
              <a:latin typeface="Meiryo UI" panose="020B0604030504040204" pitchFamily="50" charset="-128"/>
              <a:ea typeface="Meiryo UI" panose="020B0604030504040204" pitchFamily="50" charset="-128"/>
            </a:endParaRPr>
          </a:p>
        </p:txBody>
      </p:sp>
      <p:sp>
        <p:nvSpPr>
          <p:cNvPr id="206" name="Google Shape;206;p3">
            <a:extLst>
              <a:ext uri="{FF2B5EF4-FFF2-40B4-BE49-F238E27FC236}">
                <a16:creationId xmlns:a16="http://schemas.microsoft.com/office/drawing/2014/main" id="{B227A796-C9B0-4950-E952-065264CBF78E}"/>
              </a:ext>
            </a:extLst>
          </p:cNvPr>
          <p:cNvSpPr/>
          <p:nvPr/>
        </p:nvSpPr>
        <p:spPr>
          <a:xfrm>
            <a:off x="0" y="116632"/>
            <a:ext cx="323528" cy="180000"/>
          </a:xfrm>
          <a:prstGeom prst="parallelogram">
            <a:avLst>
              <a:gd name="adj" fmla="val 32938"/>
            </a:avLst>
          </a:prstGeom>
          <a:solidFill>
            <a:srgbClr val="66A09A"/>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000"/>
              <a:buFont typeface="Arial"/>
              <a:buNone/>
            </a:pPr>
            <a:r>
              <a:rPr lang="ja-JP" sz="1000" b="0" i="0" u="none" strike="noStrike" cap="none">
                <a:solidFill>
                  <a:srgbClr val="FFFFFF"/>
                </a:solidFill>
                <a:latin typeface="Arial"/>
                <a:ea typeface="Arial"/>
                <a:cs typeface="Arial"/>
                <a:sym typeface="Arial"/>
              </a:rPr>
              <a:t>1</a:t>
            </a:r>
            <a:endParaRPr sz="1000" b="0" i="0" u="none" strike="noStrike" cap="none">
              <a:solidFill>
                <a:srgbClr val="FFFFFF"/>
              </a:solidFill>
              <a:latin typeface="Arial"/>
              <a:ea typeface="Arial"/>
              <a:cs typeface="Arial"/>
              <a:sym typeface="Arial"/>
            </a:endParaRPr>
          </a:p>
        </p:txBody>
      </p:sp>
      <p:sp>
        <p:nvSpPr>
          <p:cNvPr id="5" name="TextBox 209">
            <a:extLst>
              <a:ext uri="{FF2B5EF4-FFF2-40B4-BE49-F238E27FC236}">
                <a16:creationId xmlns:a16="http://schemas.microsoft.com/office/drawing/2014/main" id="{6213C1B4-1DB8-B498-3A28-5942E4D4003E}"/>
              </a:ext>
            </a:extLst>
          </p:cNvPr>
          <p:cNvSpPr txBox="1"/>
          <p:nvPr/>
        </p:nvSpPr>
        <p:spPr>
          <a:xfrm>
            <a:off x="265176" y="836613"/>
            <a:ext cx="8631936" cy="646331"/>
          </a:xfrm>
          <a:prstGeom prst="rect">
            <a:avLst/>
          </a:prstGeom>
          <a:noFill/>
        </p:spPr>
        <p:txBody>
          <a:bodyPr wrap="square">
            <a:spAutoFit/>
          </a:bodyPr>
          <a:lstStyle/>
          <a:p>
            <a:r>
              <a:rPr lang="ja-JP" altLang="en-US" sz="1200" dirty="0">
                <a:latin typeface="Meiryo UI"/>
                <a:ea typeface="Meiryo UI"/>
              </a:rPr>
              <a:t>▪ 投資有価証券（275,896千円）・保険積立金（43,327千円）・車両運搬具（265千円）の計319,488千円は全て新設会社へ承継</a:t>
            </a:r>
          </a:p>
          <a:p>
            <a:r>
              <a:rPr lang="ja-JP" altLang="en-US" sz="1200" dirty="0">
                <a:latin typeface="Meiryo UI"/>
                <a:ea typeface="Meiryo UI"/>
              </a:rPr>
              <a:t>▪ 現預金・借入金はいずれも対象会社に残置（ネットキャッシュ ＋5,418千円）</a:t>
            </a:r>
          </a:p>
          <a:p>
            <a:r>
              <a:rPr lang="ja-JP" altLang="en-US" sz="1200" dirty="0">
                <a:latin typeface="Meiryo UI"/>
                <a:ea typeface="Meiryo UI"/>
              </a:rPr>
              <a:t>▪ 事業用資産及び負債は全て対象会社に残置。分割後の純資産は約14,048千円となる見込み</a:t>
            </a:r>
          </a:p>
        </p:txBody>
      </p:sp>
      <p:sp>
        <p:nvSpPr>
          <p:cNvPr id="27" name="TextBox 209">
            <a:extLst>
              <a:ext uri="{FF2B5EF4-FFF2-40B4-BE49-F238E27FC236}">
                <a16:creationId xmlns:a16="http://schemas.microsoft.com/office/drawing/2014/main" id="{E8D35E91-51BA-570D-CC34-14FB5A0E533C}"/>
              </a:ext>
            </a:extLst>
          </p:cNvPr>
          <p:cNvSpPr txBox="1"/>
          <p:nvPr/>
        </p:nvSpPr>
        <p:spPr>
          <a:xfrm>
            <a:off x="265176" y="5897880"/>
            <a:ext cx="8631936" cy="438582"/>
          </a:xfrm>
          <a:prstGeom prst="rect">
            <a:avLst/>
          </a:prstGeom>
          <a:noFill/>
        </p:spPr>
        <p:txBody>
          <a:bodyPr wrap="square">
            <a:spAutoFit/>
          </a:bodyPr>
          <a:lstStyle/>
          <a:p>
            <a:r>
              <a:rPr sz="750" dirty="0">
                <a:latin typeface="Meiryo UI"/>
                <a:ea typeface="Meiryo UI"/>
              </a:rPr>
              <a:t>※ 令和8年1月期末（2026年1月31日）BSベース。千円未満の端数処理により合計が一致しない場合があります。</a:t>
            </a:r>
          </a:p>
          <a:p>
            <a:r>
              <a:rPr sz="750" dirty="0">
                <a:latin typeface="Meiryo UI"/>
                <a:ea typeface="Meiryo UI"/>
              </a:rPr>
              <a:t>※ 分割対象資産の範囲（現預金の一部承継の要否を含む）は、売主様のご意向により変更となる可能性があります。</a:t>
            </a:r>
          </a:p>
          <a:p>
            <a:r>
              <a:rPr sz="750" dirty="0">
                <a:latin typeface="Meiryo UI"/>
                <a:ea typeface="Meiryo UI"/>
              </a:rPr>
              <a:t>※ 投資有価証券・保険積立金の時価が判明した場合、承継純資産額及び適格分割の判定に影響する可能性があります。</a:t>
            </a:r>
          </a:p>
        </p:txBody>
      </p:sp>
      <p:graphicFrame>
        <p:nvGraphicFramePr>
          <p:cNvPr id="3" name="Table 207">
            <a:extLst>
              <a:ext uri="{FF2B5EF4-FFF2-40B4-BE49-F238E27FC236}">
                <a16:creationId xmlns:a16="http://schemas.microsoft.com/office/drawing/2014/main" id="{58956B21-0138-AFE7-9E0E-9DDFA2F7643F}"/>
              </a:ext>
            </a:extLst>
          </p:cNvPr>
          <p:cNvGraphicFramePr>
            <a:graphicFrameLocks noGrp="1"/>
          </p:cNvGraphicFramePr>
          <p:nvPr/>
        </p:nvGraphicFramePr>
        <p:xfrm>
          <a:off x="365760" y="1828800"/>
          <a:ext cx="2633472" cy="3291840"/>
        </p:xfrm>
        <a:graphic>
          <a:graphicData uri="http://schemas.openxmlformats.org/drawingml/2006/table">
            <a:tbl>
              <a:tblPr>
                <a:tableStyleId>{5C22544A-7EE6-4342-B048-85BDC9FD1C3A}</a:tableStyleId>
              </a:tblPr>
              <a:tblGrid>
                <a:gridCol w="1764792">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tblGrid>
              <a:tr h="274320">
                <a:tc gridSpan="2">
                  <a:txBody>
                    <a:bodyPr/>
                    <a:lstStyle/>
                    <a:p>
                      <a:pPr algn="ctr"/>
                      <a:r>
                        <a:rPr lang="ja-JP" sz="900" b="1">
                          <a:solidFill>
                            <a:srgbClr val="FFFFFF"/>
                          </a:solidFill>
                          <a:latin typeface="Meiryo UI"/>
                          <a:ea typeface="Meiryo UI"/>
                        </a:rPr>
                        <a:t>分割前｜カナリア社（令和8年1月期末実績）</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203864"/>
                    </a:solidFill>
                  </a:tcPr>
                </a:tc>
                <a:tc hMerge="1">
                  <a:txBody>
                    <a:bodyPr/>
                    <a:lstStyle/>
                    <a:p>
                      <a:pPr algn="ctr"/>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203864"/>
                    </a:solidFill>
                  </a:tcPr>
                </a:tc>
                <a:extLst>
                  <a:ext uri="{0D108BD9-81ED-4DB2-BD59-A6C34878D82A}">
                    <a16:rowId xmlns:a16="http://schemas.microsoft.com/office/drawing/2014/main" val="10000"/>
                  </a:ext>
                </a:extLst>
              </a:tr>
              <a:tr h="274320">
                <a:tc>
                  <a:txBody>
                    <a:bodyPr/>
                    <a:lstStyle/>
                    <a:p>
                      <a:pPr algn="l"/>
                      <a:r>
                        <a:rPr lang="ja-JP" sz="850" b="1">
                          <a:solidFill>
                            <a:srgbClr val="000000"/>
                          </a:solidFill>
                          <a:latin typeface="Meiryo UI"/>
                          <a:ea typeface="Meiryo UI"/>
                        </a:rPr>
                        <a:t>資産の部</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tc>
                  <a:txBody>
                    <a:bodyPr/>
                    <a:lstStyle/>
                    <a:p>
                      <a:pPr algn="r"/>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extLst>
                  <a:ext uri="{0D108BD9-81ED-4DB2-BD59-A6C34878D82A}">
                    <a16:rowId xmlns:a16="http://schemas.microsoft.com/office/drawing/2014/main" val="10001"/>
                  </a:ext>
                </a:extLst>
              </a:tr>
              <a:tr h="274320">
                <a:tc>
                  <a:txBody>
                    <a:bodyPr/>
                    <a:lstStyle/>
                    <a:p>
                      <a:pPr algn="l"/>
                      <a:r>
                        <a:rPr lang="ja-JP" sz="900" b="0">
                          <a:solidFill>
                            <a:srgbClr val="000000"/>
                          </a:solidFill>
                          <a:latin typeface="Meiryo UI"/>
                          <a:ea typeface="Meiryo UI"/>
                        </a:rPr>
                        <a:t>現金及び預金</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193,226</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2"/>
                  </a:ext>
                </a:extLst>
              </a:tr>
              <a:tr h="274320">
                <a:tc>
                  <a:txBody>
                    <a:bodyPr/>
                    <a:lstStyle/>
                    <a:p>
                      <a:pPr algn="l"/>
                      <a:r>
                        <a:rPr lang="ja-JP" sz="900" b="0">
                          <a:solidFill>
                            <a:srgbClr val="000000"/>
                          </a:solidFill>
                          <a:latin typeface="Meiryo UI"/>
                          <a:ea typeface="Meiryo UI"/>
                        </a:rPr>
                        <a:t>その他流動資産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32,918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3"/>
                  </a:ext>
                </a:extLst>
              </a:tr>
              <a:tr h="274320">
                <a:tc>
                  <a:txBody>
                    <a:bodyPr/>
                    <a:lstStyle/>
                    <a:p>
                      <a:pPr algn="l"/>
                      <a:r>
                        <a:rPr lang="ja-JP" sz="900" b="0">
                          <a:solidFill>
                            <a:srgbClr val="000000"/>
                          </a:solidFill>
                          <a:latin typeface="Meiryo UI"/>
                          <a:ea typeface="Meiryo UI"/>
                        </a:rPr>
                        <a:t>有形固定資産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1,057</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4"/>
                  </a:ext>
                </a:extLst>
              </a:tr>
              <a:tr h="274320">
                <a:tc>
                  <a:txBody>
                    <a:bodyPr/>
                    <a:lstStyle/>
                    <a:p>
                      <a:pPr algn="l"/>
                      <a:r>
                        <a:rPr lang="ja-JP" sz="900" b="0">
                          <a:solidFill>
                            <a:srgbClr val="000000"/>
                          </a:solidFill>
                          <a:latin typeface="Meiryo UI"/>
                          <a:ea typeface="Meiryo UI"/>
                        </a:rPr>
                        <a:t>無形固定資産・投資等</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322,806</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5"/>
                  </a:ext>
                </a:extLst>
              </a:tr>
              <a:tr h="274320">
                <a:tc>
                  <a:txBody>
                    <a:bodyPr/>
                    <a:lstStyle/>
                    <a:p>
                      <a:pPr algn="l"/>
                      <a:r>
                        <a:rPr lang="ja-JP" sz="900" b="1">
                          <a:solidFill>
                            <a:srgbClr val="000000"/>
                          </a:solidFill>
                          <a:latin typeface="Meiryo UI"/>
                          <a:ea typeface="Meiryo UI"/>
                        </a:rPr>
                        <a:t>資産合計</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tc>
                  <a:txBody>
                    <a:bodyPr/>
                    <a:lstStyle/>
                    <a:p>
                      <a:pPr algn="r"/>
                      <a:r>
                        <a:rPr lang="ja-JP" sz="900" b="1">
                          <a:solidFill>
                            <a:srgbClr val="000000"/>
                          </a:solidFill>
                          <a:latin typeface="Meiryo UI"/>
                          <a:ea typeface="Meiryo UI"/>
                        </a:rPr>
                        <a:t>550,008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extLst>
                  <a:ext uri="{0D108BD9-81ED-4DB2-BD59-A6C34878D82A}">
                    <a16:rowId xmlns:a16="http://schemas.microsoft.com/office/drawing/2014/main" val="10006"/>
                  </a:ext>
                </a:extLst>
              </a:tr>
              <a:tr h="274320">
                <a:tc>
                  <a:txBody>
                    <a:bodyPr/>
                    <a:lstStyle/>
                    <a:p>
                      <a:pPr algn="l"/>
                      <a:r>
                        <a:rPr lang="ja-JP" sz="850" b="1">
                          <a:solidFill>
                            <a:srgbClr val="000000"/>
                          </a:solidFill>
                          <a:latin typeface="Meiryo UI"/>
                          <a:ea typeface="Meiryo UI"/>
                        </a:rPr>
                        <a:t>負債・純資産の部</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tc>
                  <a:txBody>
                    <a:bodyPr/>
                    <a:lstStyle/>
                    <a:p>
                      <a:pPr algn="r"/>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extLst>
                  <a:ext uri="{0D108BD9-81ED-4DB2-BD59-A6C34878D82A}">
                    <a16:rowId xmlns:a16="http://schemas.microsoft.com/office/drawing/2014/main" val="10007"/>
                  </a:ext>
                </a:extLst>
              </a:tr>
              <a:tr h="274320">
                <a:tc>
                  <a:txBody>
                    <a:bodyPr/>
                    <a:lstStyle/>
                    <a:p>
                      <a:pPr algn="l"/>
                      <a:r>
                        <a:rPr lang="ja-JP" sz="900" b="0">
                          <a:solidFill>
                            <a:srgbClr val="000000"/>
                          </a:solidFill>
                          <a:latin typeface="Meiryo UI"/>
                          <a:ea typeface="Meiryo UI"/>
                        </a:rPr>
                        <a:t>借入金</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187,808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8"/>
                  </a:ext>
                </a:extLst>
              </a:tr>
              <a:tr h="274320">
                <a:tc>
                  <a:txBody>
                    <a:bodyPr/>
                    <a:lstStyle/>
                    <a:p>
                      <a:pPr algn="l"/>
                      <a:r>
                        <a:rPr lang="ja-JP" sz="900" b="0">
                          <a:solidFill>
                            <a:srgbClr val="000000"/>
                          </a:solidFill>
                          <a:latin typeface="Meiryo UI"/>
                          <a:ea typeface="Meiryo UI"/>
                        </a:rPr>
                        <a:t>その他負債</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28,664</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9"/>
                  </a:ext>
                </a:extLst>
              </a:tr>
              <a:tr h="274320">
                <a:tc>
                  <a:txBody>
                    <a:bodyPr/>
                    <a:lstStyle/>
                    <a:p>
                      <a:pPr algn="l"/>
                      <a:r>
                        <a:rPr lang="ja-JP" sz="900" b="0">
                          <a:solidFill>
                            <a:srgbClr val="000000"/>
                          </a:solidFill>
                          <a:latin typeface="Meiryo UI"/>
                          <a:ea typeface="Meiryo UI"/>
                        </a:rPr>
                        <a:t>純資産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333,536</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10"/>
                  </a:ext>
                </a:extLst>
              </a:tr>
              <a:tr h="274320">
                <a:tc>
                  <a:txBody>
                    <a:bodyPr/>
                    <a:lstStyle/>
                    <a:p>
                      <a:pPr algn="l"/>
                      <a:r>
                        <a:rPr lang="ja-JP" sz="900" b="1">
                          <a:solidFill>
                            <a:srgbClr val="000000"/>
                          </a:solidFill>
                          <a:latin typeface="Meiryo UI"/>
                          <a:ea typeface="Meiryo UI"/>
                        </a:rPr>
                        <a:t>負債・純資産合計</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tc>
                  <a:txBody>
                    <a:bodyPr/>
                    <a:lstStyle/>
                    <a:p>
                      <a:pPr algn="r"/>
                      <a:r>
                        <a:rPr lang="ja-JP" sz="900" b="1">
                          <a:solidFill>
                            <a:srgbClr val="000000"/>
                          </a:solidFill>
                          <a:latin typeface="Meiryo UI"/>
                          <a:ea typeface="Meiryo UI"/>
                        </a:rPr>
                        <a:t>550,008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extLst>
                  <a:ext uri="{0D108BD9-81ED-4DB2-BD59-A6C34878D82A}">
                    <a16:rowId xmlns:a16="http://schemas.microsoft.com/office/drawing/2014/main" val="10011"/>
                  </a:ext>
                </a:extLst>
              </a:tr>
            </a:tbl>
          </a:graphicData>
        </a:graphic>
      </p:graphicFrame>
      <p:graphicFrame>
        <p:nvGraphicFramePr>
          <p:cNvPr id="6" name="Table 208">
            <a:extLst>
              <a:ext uri="{FF2B5EF4-FFF2-40B4-BE49-F238E27FC236}">
                <a16:creationId xmlns:a16="http://schemas.microsoft.com/office/drawing/2014/main" id="{1AB5F810-F6F6-D59C-6B8E-40DC1141319D}"/>
              </a:ext>
            </a:extLst>
          </p:cNvPr>
          <p:cNvGraphicFramePr>
            <a:graphicFrameLocks noGrp="1"/>
          </p:cNvGraphicFramePr>
          <p:nvPr>
            <p:extLst>
              <p:ext uri="{D42A27DB-BD31-4B8C-83A1-F6EECF244321}">
                <p14:modId xmlns:p14="http://schemas.microsoft.com/office/powerpoint/2010/main" val="538813798"/>
              </p:ext>
            </p:extLst>
          </p:nvPr>
        </p:nvGraphicFramePr>
        <p:xfrm>
          <a:off x="3456432" y="1828800"/>
          <a:ext cx="2633472" cy="3291840"/>
        </p:xfrm>
        <a:graphic>
          <a:graphicData uri="http://schemas.openxmlformats.org/drawingml/2006/table">
            <a:tbl>
              <a:tblPr>
                <a:tableStyleId>{5C22544A-7EE6-4342-B048-85BDC9FD1C3A}</a:tableStyleId>
              </a:tblPr>
              <a:tblGrid>
                <a:gridCol w="1764792">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tblGrid>
              <a:tr h="274320">
                <a:tc gridSpan="2">
                  <a:txBody>
                    <a:bodyPr/>
                    <a:lstStyle/>
                    <a:p>
                      <a:pPr algn="ctr"/>
                      <a:r>
                        <a:rPr lang="ja-JP" sz="900" b="1">
                          <a:solidFill>
                            <a:srgbClr val="FFFFFF"/>
                          </a:solidFill>
                          <a:latin typeface="Meiryo UI"/>
                          <a:ea typeface="Meiryo UI"/>
                        </a:rPr>
                        <a:t>対象会社（譲渡対象）</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203864"/>
                    </a:solidFill>
                  </a:tcPr>
                </a:tc>
                <a:tc hMerge="1">
                  <a:txBody>
                    <a:bodyPr/>
                    <a:lstStyle/>
                    <a:p>
                      <a:pPr algn="ctr"/>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203864"/>
                    </a:solidFill>
                  </a:tcPr>
                </a:tc>
                <a:extLst>
                  <a:ext uri="{0D108BD9-81ED-4DB2-BD59-A6C34878D82A}">
                    <a16:rowId xmlns:a16="http://schemas.microsoft.com/office/drawing/2014/main" val="10000"/>
                  </a:ext>
                </a:extLst>
              </a:tr>
              <a:tr h="274320">
                <a:tc>
                  <a:txBody>
                    <a:bodyPr/>
                    <a:lstStyle/>
                    <a:p>
                      <a:pPr algn="l"/>
                      <a:r>
                        <a:rPr lang="ja-JP" sz="850" b="1">
                          <a:solidFill>
                            <a:srgbClr val="000000"/>
                          </a:solidFill>
                          <a:latin typeface="Meiryo UI"/>
                          <a:ea typeface="Meiryo UI"/>
                        </a:rPr>
                        <a:t>資産の部</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tc>
                  <a:txBody>
                    <a:bodyPr/>
                    <a:lstStyle/>
                    <a:p>
                      <a:pPr algn="r"/>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extLst>
                  <a:ext uri="{0D108BD9-81ED-4DB2-BD59-A6C34878D82A}">
                    <a16:rowId xmlns:a16="http://schemas.microsoft.com/office/drawing/2014/main" val="10001"/>
                  </a:ext>
                </a:extLst>
              </a:tr>
              <a:tr h="274320">
                <a:tc>
                  <a:txBody>
                    <a:bodyPr/>
                    <a:lstStyle/>
                    <a:p>
                      <a:pPr algn="l"/>
                      <a:r>
                        <a:rPr lang="ja-JP" sz="900" b="0">
                          <a:solidFill>
                            <a:srgbClr val="000000"/>
                          </a:solidFill>
                          <a:latin typeface="Meiryo UI"/>
                          <a:ea typeface="Meiryo UI"/>
                        </a:rPr>
                        <a:t>現金及び預金</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193,226</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2"/>
                  </a:ext>
                </a:extLst>
              </a:tr>
              <a:tr h="274320">
                <a:tc>
                  <a:txBody>
                    <a:bodyPr/>
                    <a:lstStyle/>
                    <a:p>
                      <a:pPr algn="l"/>
                      <a:r>
                        <a:rPr lang="ja-JP" sz="900" b="0">
                          <a:solidFill>
                            <a:srgbClr val="000000"/>
                          </a:solidFill>
                          <a:latin typeface="Meiryo UI"/>
                          <a:ea typeface="Meiryo UI"/>
                        </a:rPr>
                        <a:t>その他流動資産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en-US" altLang="ja-JP" sz="900" b="0" dirty="0">
                          <a:solidFill>
                            <a:srgbClr val="000000"/>
                          </a:solidFill>
                          <a:latin typeface="Meiryo UI"/>
                          <a:ea typeface="Meiryo UI"/>
                        </a:rPr>
                        <a:t>32,918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3"/>
                  </a:ext>
                </a:extLst>
              </a:tr>
              <a:tr h="274320">
                <a:tc>
                  <a:txBody>
                    <a:bodyPr/>
                    <a:lstStyle/>
                    <a:p>
                      <a:pPr algn="l"/>
                      <a:r>
                        <a:rPr lang="ja-JP" sz="900" b="0">
                          <a:solidFill>
                            <a:srgbClr val="000000"/>
                          </a:solidFill>
                          <a:latin typeface="Meiryo UI"/>
                          <a:ea typeface="Meiryo UI"/>
                        </a:rPr>
                        <a:t>有形固定資産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792</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4"/>
                  </a:ext>
                </a:extLst>
              </a:tr>
              <a:tr h="274320">
                <a:tc>
                  <a:txBody>
                    <a:bodyPr/>
                    <a:lstStyle/>
                    <a:p>
                      <a:pPr algn="l"/>
                      <a:r>
                        <a:rPr lang="ja-JP" sz="900" b="0">
                          <a:solidFill>
                            <a:srgbClr val="000000"/>
                          </a:solidFill>
                          <a:latin typeface="Meiryo UI"/>
                          <a:ea typeface="Meiryo UI"/>
                        </a:rPr>
                        <a:t>無形固定資産・投資等</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3,583</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5"/>
                  </a:ext>
                </a:extLst>
              </a:tr>
              <a:tr h="274320">
                <a:tc>
                  <a:txBody>
                    <a:bodyPr/>
                    <a:lstStyle/>
                    <a:p>
                      <a:pPr algn="l"/>
                      <a:r>
                        <a:rPr lang="ja-JP" sz="900" b="1">
                          <a:solidFill>
                            <a:srgbClr val="000000"/>
                          </a:solidFill>
                          <a:latin typeface="Meiryo UI"/>
                          <a:ea typeface="Meiryo UI"/>
                        </a:rPr>
                        <a:t>資産合計</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tc>
                  <a:txBody>
                    <a:bodyPr/>
                    <a:lstStyle/>
                    <a:p>
                      <a:pPr algn="r"/>
                      <a:r>
                        <a:rPr lang="en-US" altLang="ja-JP" sz="900" b="1" dirty="0">
                          <a:solidFill>
                            <a:srgbClr val="000000"/>
                          </a:solidFill>
                          <a:latin typeface="Meiryo UI"/>
                          <a:ea typeface="Meiryo UI"/>
                        </a:rPr>
                        <a:t>230,520</a:t>
                      </a:r>
                      <a:endParaRPr lang="ja-JP" sz="900" b="1" dirty="0">
                        <a:solidFill>
                          <a:srgbClr val="000000"/>
                        </a:solidFill>
                        <a:latin typeface="Meiryo UI"/>
                        <a:ea typeface="Meiryo UI"/>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extLst>
                  <a:ext uri="{0D108BD9-81ED-4DB2-BD59-A6C34878D82A}">
                    <a16:rowId xmlns:a16="http://schemas.microsoft.com/office/drawing/2014/main" val="10006"/>
                  </a:ext>
                </a:extLst>
              </a:tr>
              <a:tr h="274320">
                <a:tc>
                  <a:txBody>
                    <a:bodyPr/>
                    <a:lstStyle/>
                    <a:p>
                      <a:pPr algn="l"/>
                      <a:r>
                        <a:rPr lang="ja-JP" sz="850" b="1">
                          <a:solidFill>
                            <a:srgbClr val="000000"/>
                          </a:solidFill>
                          <a:latin typeface="Meiryo UI"/>
                          <a:ea typeface="Meiryo UI"/>
                        </a:rPr>
                        <a:t>負債・純資産の部</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tc>
                  <a:txBody>
                    <a:bodyPr/>
                    <a:lstStyle/>
                    <a:p>
                      <a:pPr algn="r"/>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extLst>
                  <a:ext uri="{0D108BD9-81ED-4DB2-BD59-A6C34878D82A}">
                    <a16:rowId xmlns:a16="http://schemas.microsoft.com/office/drawing/2014/main" val="10007"/>
                  </a:ext>
                </a:extLst>
              </a:tr>
              <a:tr h="274320">
                <a:tc>
                  <a:txBody>
                    <a:bodyPr/>
                    <a:lstStyle/>
                    <a:p>
                      <a:pPr algn="l"/>
                      <a:r>
                        <a:rPr lang="ja-JP" sz="900" b="0">
                          <a:solidFill>
                            <a:srgbClr val="000000"/>
                          </a:solidFill>
                          <a:latin typeface="Meiryo UI"/>
                          <a:ea typeface="Meiryo UI"/>
                        </a:rPr>
                        <a:t>借入金</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dirty="0">
                          <a:solidFill>
                            <a:srgbClr val="000000"/>
                          </a:solidFill>
                          <a:latin typeface="Meiryo UI"/>
                          <a:ea typeface="Meiryo UI"/>
                        </a:rPr>
                        <a:t>187,808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8"/>
                  </a:ext>
                </a:extLst>
              </a:tr>
              <a:tr h="274320">
                <a:tc>
                  <a:txBody>
                    <a:bodyPr/>
                    <a:lstStyle/>
                    <a:p>
                      <a:pPr algn="l"/>
                      <a:r>
                        <a:rPr lang="ja-JP" sz="900" b="0">
                          <a:solidFill>
                            <a:srgbClr val="000000"/>
                          </a:solidFill>
                          <a:latin typeface="Meiryo UI"/>
                          <a:ea typeface="Meiryo UI"/>
                        </a:rPr>
                        <a:t>その他負債</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dirty="0">
                          <a:solidFill>
                            <a:srgbClr val="000000"/>
                          </a:solidFill>
                          <a:latin typeface="Meiryo UI"/>
                          <a:ea typeface="Meiryo UI"/>
                        </a:rPr>
                        <a:t>28,664</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9"/>
                  </a:ext>
                </a:extLst>
              </a:tr>
              <a:tr h="274320">
                <a:tc>
                  <a:txBody>
                    <a:bodyPr/>
                    <a:lstStyle/>
                    <a:p>
                      <a:pPr algn="l"/>
                      <a:r>
                        <a:rPr lang="ja-JP" sz="900" b="0">
                          <a:solidFill>
                            <a:srgbClr val="000000"/>
                          </a:solidFill>
                          <a:latin typeface="Meiryo UI"/>
                          <a:ea typeface="Meiryo UI"/>
                        </a:rPr>
                        <a:t>純資産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en-US" altLang="ja-JP" sz="900" b="0" dirty="0">
                          <a:solidFill>
                            <a:srgbClr val="000000"/>
                          </a:solidFill>
                          <a:latin typeface="Meiryo UI"/>
                          <a:ea typeface="Meiryo UI"/>
                        </a:rPr>
                        <a:t>14,048</a:t>
                      </a:r>
                      <a:endParaRPr lang="ja-JP" sz="900" b="0" dirty="0">
                        <a:solidFill>
                          <a:srgbClr val="000000"/>
                        </a:solidFill>
                        <a:latin typeface="Meiryo UI"/>
                        <a:ea typeface="Meiryo UI"/>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10"/>
                  </a:ext>
                </a:extLst>
              </a:tr>
              <a:tr h="274320">
                <a:tc>
                  <a:txBody>
                    <a:bodyPr/>
                    <a:lstStyle/>
                    <a:p>
                      <a:pPr algn="l"/>
                      <a:r>
                        <a:rPr lang="ja-JP" sz="900" b="1">
                          <a:solidFill>
                            <a:srgbClr val="000000"/>
                          </a:solidFill>
                          <a:latin typeface="Meiryo UI"/>
                          <a:ea typeface="Meiryo UI"/>
                        </a:rPr>
                        <a:t>負債・純資産合計</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tc>
                  <a:txBody>
                    <a:bodyPr/>
                    <a:lstStyle/>
                    <a:p>
                      <a:pPr algn="r"/>
                      <a:r>
                        <a:rPr lang="en-US" altLang="ja-JP" sz="900" b="1" dirty="0">
                          <a:solidFill>
                            <a:srgbClr val="000000"/>
                          </a:solidFill>
                          <a:latin typeface="Meiryo UI"/>
                          <a:ea typeface="Meiryo UI"/>
                        </a:rPr>
                        <a:t>230,520</a:t>
                      </a:r>
                      <a:endParaRPr lang="ja-JP" sz="900" b="1" dirty="0">
                        <a:solidFill>
                          <a:srgbClr val="000000"/>
                        </a:solidFill>
                        <a:latin typeface="Meiryo UI"/>
                        <a:ea typeface="Meiryo UI"/>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extLst>
                  <a:ext uri="{0D108BD9-81ED-4DB2-BD59-A6C34878D82A}">
                    <a16:rowId xmlns:a16="http://schemas.microsoft.com/office/drawing/2014/main" val="10011"/>
                  </a:ext>
                </a:extLst>
              </a:tr>
            </a:tbl>
          </a:graphicData>
        </a:graphic>
      </p:graphicFrame>
      <p:graphicFrame>
        <p:nvGraphicFramePr>
          <p:cNvPr id="10" name="Table 209">
            <a:extLst>
              <a:ext uri="{FF2B5EF4-FFF2-40B4-BE49-F238E27FC236}">
                <a16:creationId xmlns:a16="http://schemas.microsoft.com/office/drawing/2014/main" id="{CC585B31-3F47-6688-0A1C-DF236F70517D}"/>
              </a:ext>
            </a:extLst>
          </p:cNvPr>
          <p:cNvGraphicFramePr>
            <a:graphicFrameLocks noGrp="1"/>
          </p:cNvGraphicFramePr>
          <p:nvPr>
            <p:extLst>
              <p:ext uri="{D42A27DB-BD31-4B8C-83A1-F6EECF244321}">
                <p14:modId xmlns:p14="http://schemas.microsoft.com/office/powerpoint/2010/main" val="3293834715"/>
              </p:ext>
            </p:extLst>
          </p:nvPr>
        </p:nvGraphicFramePr>
        <p:xfrm>
          <a:off x="6272784" y="1828800"/>
          <a:ext cx="2633472" cy="3291840"/>
        </p:xfrm>
        <a:graphic>
          <a:graphicData uri="http://schemas.openxmlformats.org/drawingml/2006/table">
            <a:tbl>
              <a:tblPr>
                <a:tableStyleId>{5C22544A-7EE6-4342-B048-85BDC9FD1C3A}</a:tableStyleId>
              </a:tblPr>
              <a:tblGrid>
                <a:gridCol w="1764792">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tblGrid>
              <a:tr h="274320">
                <a:tc gridSpan="2">
                  <a:txBody>
                    <a:bodyPr/>
                    <a:lstStyle/>
                    <a:p>
                      <a:pPr algn="ctr"/>
                      <a:r>
                        <a:rPr lang="ja-JP" sz="900" b="1">
                          <a:solidFill>
                            <a:srgbClr val="FFFFFF"/>
                          </a:solidFill>
                          <a:latin typeface="Meiryo UI"/>
                          <a:ea typeface="Meiryo UI"/>
                        </a:rPr>
                        <a:t>新設会社（売主側に残置）</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595959"/>
                    </a:solidFill>
                  </a:tcPr>
                </a:tc>
                <a:tc hMerge="1">
                  <a:txBody>
                    <a:bodyPr/>
                    <a:lstStyle/>
                    <a:p>
                      <a:pPr algn="ctr"/>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595959"/>
                    </a:solidFill>
                  </a:tcPr>
                </a:tc>
                <a:extLst>
                  <a:ext uri="{0D108BD9-81ED-4DB2-BD59-A6C34878D82A}">
                    <a16:rowId xmlns:a16="http://schemas.microsoft.com/office/drawing/2014/main" val="10000"/>
                  </a:ext>
                </a:extLst>
              </a:tr>
              <a:tr h="274320">
                <a:tc>
                  <a:txBody>
                    <a:bodyPr/>
                    <a:lstStyle/>
                    <a:p>
                      <a:pPr algn="l"/>
                      <a:r>
                        <a:rPr lang="ja-JP" sz="850" b="1">
                          <a:solidFill>
                            <a:srgbClr val="000000"/>
                          </a:solidFill>
                          <a:latin typeface="Meiryo UI"/>
                          <a:ea typeface="Meiryo UI"/>
                        </a:rPr>
                        <a:t>資産の部</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tc>
                  <a:txBody>
                    <a:bodyPr/>
                    <a:lstStyle/>
                    <a:p>
                      <a:pPr algn="r"/>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extLst>
                  <a:ext uri="{0D108BD9-81ED-4DB2-BD59-A6C34878D82A}">
                    <a16:rowId xmlns:a16="http://schemas.microsoft.com/office/drawing/2014/main" val="10001"/>
                  </a:ext>
                </a:extLst>
              </a:tr>
              <a:tr h="274320">
                <a:tc>
                  <a:txBody>
                    <a:bodyPr/>
                    <a:lstStyle/>
                    <a:p>
                      <a:pPr algn="l"/>
                      <a:r>
                        <a:rPr lang="ja-JP" sz="900" b="0">
                          <a:solidFill>
                            <a:srgbClr val="000000"/>
                          </a:solidFill>
                          <a:latin typeface="Meiryo UI"/>
                          <a:ea typeface="Meiryo UI"/>
                        </a:rPr>
                        <a:t>現金及び預金</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2"/>
                  </a:ext>
                </a:extLst>
              </a:tr>
              <a:tr h="274320">
                <a:tc>
                  <a:txBody>
                    <a:bodyPr/>
                    <a:lstStyle/>
                    <a:p>
                      <a:pPr algn="l"/>
                      <a:r>
                        <a:rPr lang="ja-JP" altLang="en-US" sz="900" b="0" dirty="0">
                          <a:solidFill>
                            <a:srgbClr val="000000"/>
                          </a:solidFill>
                          <a:latin typeface="Meiryo UI"/>
                          <a:ea typeface="Meiryo UI"/>
                        </a:rPr>
                        <a:t>その他流動資産</a:t>
                      </a:r>
                      <a:endParaRPr lang="ja-JP" sz="900" b="0" dirty="0">
                        <a:solidFill>
                          <a:srgbClr val="000000"/>
                        </a:solidFill>
                        <a:latin typeface="Meiryo UI"/>
                        <a:ea typeface="Meiryo UI"/>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en-US" altLang="ja-JP" sz="900" b="0" dirty="0">
                          <a:solidFill>
                            <a:srgbClr val="000000"/>
                          </a:solidFill>
                          <a:latin typeface="Meiryo UI"/>
                          <a:ea typeface="Meiryo UI"/>
                        </a:rPr>
                        <a:t>－</a:t>
                      </a:r>
                      <a:endParaRPr lang="ja-JP" sz="900" b="0" dirty="0">
                        <a:solidFill>
                          <a:srgbClr val="000000"/>
                        </a:solidFill>
                        <a:latin typeface="Meiryo UI"/>
                        <a:ea typeface="Meiryo UI"/>
                      </a:endParaRP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3"/>
                  </a:ext>
                </a:extLst>
              </a:tr>
              <a:tr h="274320">
                <a:tc>
                  <a:txBody>
                    <a:bodyPr/>
                    <a:lstStyle/>
                    <a:p>
                      <a:pPr algn="l"/>
                      <a:r>
                        <a:rPr lang="ja-JP" sz="900" b="0" dirty="0">
                          <a:solidFill>
                            <a:srgbClr val="000000"/>
                          </a:solidFill>
                          <a:latin typeface="Meiryo UI"/>
                          <a:ea typeface="Meiryo UI"/>
                        </a:rPr>
                        <a:t>有形固定資産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265</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4"/>
                  </a:ext>
                </a:extLst>
              </a:tr>
              <a:tr h="274320">
                <a:tc>
                  <a:txBody>
                    <a:bodyPr/>
                    <a:lstStyle/>
                    <a:p>
                      <a:pPr algn="l"/>
                      <a:r>
                        <a:rPr lang="ja-JP" sz="900" b="0">
                          <a:solidFill>
                            <a:srgbClr val="000000"/>
                          </a:solidFill>
                          <a:latin typeface="Meiryo UI"/>
                          <a:ea typeface="Meiryo UI"/>
                        </a:rPr>
                        <a:t>無形固定資産・投資等</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a:solidFill>
                            <a:srgbClr val="000000"/>
                          </a:solidFill>
                          <a:latin typeface="Meiryo UI"/>
                          <a:ea typeface="Meiryo UI"/>
                        </a:rPr>
                        <a:t>319,223</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5"/>
                  </a:ext>
                </a:extLst>
              </a:tr>
              <a:tr h="274320">
                <a:tc>
                  <a:txBody>
                    <a:bodyPr/>
                    <a:lstStyle/>
                    <a:p>
                      <a:pPr algn="l"/>
                      <a:r>
                        <a:rPr lang="ja-JP" sz="900" b="1">
                          <a:solidFill>
                            <a:srgbClr val="000000"/>
                          </a:solidFill>
                          <a:latin typeface="Meiryo UI"/>
                          <a:ea typeface="Meiryo UI"/>
                        </a:rPr>
                        <a:t>資産合計</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tc>
                  <a:txBody>
                    <a:bodyPr/>
                    <a:lstStyle/>
                    <a:p>
                      <a:pPr algn="r"/>
                      <a:r>
                        <a:rPr lang="en-US" altLang="ja-JP" sz="900" b="1" dirty="0">
                          <a:solidFill>
                            <a:srgbClr val="000000"/>
                          </a:solidFill>
                          <a:latin typeface="Meiryo UI"/>
                          <a:ea typeface="Meiryo UI"/>
                        </a:rPr>
                        <a:t>319,488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extLst>
                  <a:ext uri="{0D108BD9-81ED-4DB2-BD59-A6C34878D82A}">
                    <a16:rowId xmlns:a16="http://schemas.microsoft.com/office/drawing/2014/main" val="10006"/>
                  </a:ext>
                </a:extLst>
              </a:tr>
              <a:tr h="274320">
                <a:tc>
                  <a:txBody>
                    <a:bodyPr/>
                    <a:lstStyle/>
                    <a:p>
                      <a:pPr algn="l"/>
                      <a:r>
                        <a:rPr lang="ja-JP" sz="850" b="1">
                          <a:solidFill>
                            <a:srgbClr val="000000"/>
                          </a:solidFill>
                          <a:latin typeface="Meiryo UI"/>
                          <a:ea typeface="Meiryo UI"/>
                        </a:rPr>
                        <a:t>負債・純資産の部</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tc>
                  <a:txBody>
                    <a:bodyPr/>
                    <a:lstStyle/>
                    <a:p>
                      <a:pPr algn="r"/>
                      <a:endParaRPr dirty="0"/>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8EDF7"/>
                    </a:solidFill>
                  </a:tcPr>
                </a:tc>
                <a:extLst>
                  <a:ext uri="{0D108BD9-81ED-4DB2-BD59-A6C34878D82A}">
                    <a16:rowId xmlns:a16="http://schemas.microsoft.com/office/drawing/2014/main" val="10007"/>
                  </a:ext>
                </a:extLst>
              </a:tr>
              <a:tr h="274320">
                <a:tc>
                  <a:txBody>
                    <a:bodyPr/>
                    <a:lstStyle/>
                    <a:p>
                      <a:pPr algn="l"/>
                      <a:r>
                        <a:rPr lang="ja-JP" sz="900" b="0">
                          <a:solidFill>
                            <a:srgbClr val="000000"/>
                          </a:solidFill>
                          <a:latin typeface="Meiryo UI"/>
                          <a:ea typeface="Meiryo UI"/>
                        </a:rPr>
                        <a:t>借入金</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dirty="0">
                          <a:solidFill>
                            <a:srgbClr val="000000"/>
                          </a:solidFill>
                          <a:latin typeface="Meiryo UI"/>
                          <a:ea typeface="Meiryo UI"/>
                        </a:rPr>
                        <a:t>－</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8"/>
                  </a:ext>
                </a:extLst>
              </a:tr>
              <a:tr h="274320">
                <a:tc>
                  <a:txBody>
                    <a:bodyPr/>
                    <a:lstStyle/>
                    <a:p>
                      <a:pPr algn="l"/>
                      <a:r>
                        <a:rPr lang="ja-JP" sz="900" b="0">
                          <a:solidFill>
                            <a:srgbClr val="000000"/>
                          </a:solidFill>
                          <a:latin typeface="Meiryo UI"/>
                          <a:ea typeface="Meiryo UI"/>
                        </a:rPr>
                        <a:t>その他負債</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ja-JP" sz="900" b="0" dirty="0">
                          <a:solidFill>
                            <a:srgbClr val="000000"/>
                          </a:solidFill>
                          <a:latin typeface="Meiryo UI"/>
                          <a:ea typeface="Meiryo UI"/>
                        </a:rPr>
                        <a:t>－</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09"/>
                  </a:ext>
                </a:extLst>
              </a:tr>
              <a:tr h="274320">
                <a:tc>
                  <a:txBody>
                    <a:bodyPr/>
                    <a:lstStyle/>
                    <a:p>
                      <a:pPr algn="l"/>
                      <a:r>
                        <a:rPr lang="ja-JP" sz="900" b="0">
                          <a:solidFill>
                            <a:srgbClr val="000000"/>
                          </a:solidFill>
                          <a:latin typeface="Meiryo UI"/>
                          <a:ea typeface="Meiryo UI"/>
                        </a:rPr>
                        <a:t>純資産</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tc>
                  <a:txBody>
                    <a:bodyPr/>
                    <a:lstStyle/>
                    <a:p>
                      <a:pPr algn="r"/>
                      <a:r>
                        <a:rPr lang="en-US" altLang="ja-JP" sz="900" b="0" dirty="0">
                          <a:solidFill>
                            <a:srgbClr val="000000"/>
                          </a:solidFill>
                          <a:latin typeface="Meiryo UI"/>
                          <a:ea typeface="Meiryo UI"/>
                        </a:rPr>
                        <a:t>319,488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FFFFFF"/>
                    </a:solidFill>
                  </a:tcPr>
                </a:tc>
                <a:extLst>
                  <a:ext uri="{0D108BD9-81ED-4DB2-BD59-A6C34878D82A}">
                    <a16:rowId xmlns:a16="http://schemas.microsoft.com/office/drawing/2014/main" val="10010"/>
                  </a:ext>
                </a:extLst>
              </a:tr>
              <a:tr h="274320">
                <a:tc>
                  <a:txBody>
                    <a:bodyPr/>
                    <a:lstStyle/>
                    <a:p>
                      <a:pPr algn="l"/>
                      <a:r>
                        <a:rPr lang="ja-JP" sz="900" b="1">
                          <a:solidFill>
                            <a:srgbClr val="000000"/>
                          </a:solidFill>
                          <a:latin typeface="Meiryo UI"/>
                          <a:ea typeface="Meiryo UI"/>
                        </a:rPr>
                        <a:t>負債・純資産合計</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tc>
                  <a:txBody>
                    <a:bodyPr/>
                    <a:lstStyle/>
                    <a:p>
                      <a:pPr algn="r"/>
                      <a:r>
                        <a:rPr lang="en-US" altLang="ja-JP" sz="900" b="1" dirty="0">
                          <a:solidFill>
                            <a:srgbClr val="000000"/>
                          </a:solidFill>
                          <a:latin typeface="Meiryo UI"/>
                          <a:ea typeface="Meiryo UI"/>
                        </a:rPr>
                        <a:t>319,488</a:t>
                      </a:r>
                    </a:p>
                  </a:txBody>
                  <a:tcPr marL="45000" marR="45000" marT="0" marB="0" anchor="ctr">
                    <a:lnL w="6350" cap="flat">
                      <a:solidFill>
                        <a:srgbClr val="BFBFBF"/>
                      </a:solidFill>
                    </a:lnL>
                    <a:lnR w="6350" cap="flat">
                      <a:solidFill>
                        <a:srgbClr val="BFBFBF"/>
                      </a:solidFill>
                    </a:lnR>
                    <a:lnT w="6350" cap="flat">
                      <a:solidFill>
                        <a:srgbClr val="BFBFBF"/>
                      </a:solidFill>
                    </a:lnT>
                    <a:lnB w="6350" cap="flat">
                      <a:solidFill>
                        <a:srgbClr val="BFBFBF"/>
                      </a:solidFill>
                    </a:lnB>
                    <a:solidFill>
                      <a:srgbClr val="ECF1F9"/>
                    </a:solidFill>
                  </a:tcPr>
                </a:tc>
                <a:extLst>
                  <a:ext uri="{0D108BD9-81ED-4DB2-BD59-A6C34878D82A}">
                    <a16:rowId xmlns:a16="http://schemas.microsoft.com/office/drawing/2014/main" val="10011"/>
                  </a:ext>
                </a:extLst>
              </a:tr>
            </a:tbl>
          </a:graphicData>
        </a:graphic>
      </p:graphicFrame>
      <p:sp>
        <p:nvSpPr>
          <p:cNvPr id="14" name="Right Arrow 210">
            <a:extLst>
              <a:ext uri="{FF2B5EF4-FFF2-40B4-BE49-F238E27FC236}">
                <a16:creationId xmlns:a16="http://schemas.microsoft.com/office/drawing/2014/main" id="{34C1A436-C5B1-2637-2D34-9990695F7889}"/>
              </a:ext>
            </a:extLst>
          </p:cNvPr>
          <p:cNvSpPr/>
          <p:nvPr/>
        </p:nvSpPr>
        <p:spPr>
          <a:xfrm>
            <a:off x="3035808" y="3246120"/>
            <a:ext cx="384048" cy="457200"/>
          </a:xfrm>
          <a:prstGeom prst="rightArrow">
            <a:avLst/>
          </a:prstGeom>
          <a:solidFill>
            <a:srgbClr val="D9E2F3"/>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212">
            <a:extLst>
              <a:ext uri="{FF2B5EF4-FFF2-40B4-BE49-F238E27FC236}">
                <a16:creationId xmlns:a16="http://schemas.microsoft.com/office/drawing/2014/main" id="{6FDB3BEE-EE19-94ED-14FC-4C51828F5E54}"/>
              </a:ext>
            </a:extLst>
          </p:cNvPr>
          <p:cNvSpPr/>
          <p:nvPr/>
        </p:nvSpPr>
        <p:spPr>
          <a:xfrm>
            <a:off x="3456432" y="5230368"/>
            <a:ext cx="2633472" cy="384048"/>
          </a:xfrm>
          <a:prstGeom prst="rect">
            <a:avLst/>
          </a:prstGeom>
          <a:solidFill>
            <a:srgbClr val="ECF1F9"/>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wrap="square" lIns="54000" tIns="27000" rIns="54000" bIns="27000" rtlCol="0" anchor="ctr"/>
          <a:lstStyle/>
          <a:p>
            <a:pPr algn="ctr"/>
            <a:r>
              <a:rPr lang="ja-JP" sz="850" b="1">
                <a:solidFill>
                  <a:srgbClr val="203864"/>
                </a:solidFill>
                <a:latin typeface="Meiryo UI"/>
                <a:ea typeface="Meiryo UI"/>
              </a:rPr>
              <a:t>現預金 193,226 － 借入金 187,808
＝ ネットキャッシュ ＋5,418</a:t>
            </a:r>
          </a:p>
        </p:txBody>
      </p:sp>
      <p:sp>
        <p:nvSpPr>
          <p:cNvPr id="22" name="テキスト ボックス 21">
            <a:extLst>
              <a:ext uri="{FF2B5EF4-FFF2-40B4-BE49-F238E27FC236}">
                <a16:creationId xmlns:a16="http://schemas.microsoft.com/office/drawing/2014/main" id="{55399AA7-9FE0-C458-58D3-47B63EB7E9C6}"/>
              </a:ext>
            </a:extLst>
          </p:cNvPr>
          <p:cNvSpPr txBox="1"/>
          <p:nvPr/>
        </p:nvSpPr>
        <p:spPr>
          <a:xfrm>
            <a:off x="7996619" y="1525316"/>
            <a:ext cx="1036086" cy="230832"/>
          </a:xfrm>
          <a:prstGeom prst="rect">
            <a:avLst/>
          </a:prstGeom>
          <a:noFill/>
        </p:spPr>
        <p:txBody>
          <a:bodyPr wrap="square" rtlCol="0">
            <a:spAutoFit/>
          </a:bodyPr>
          <a:lstStyle/>
          <a:p>
            <a:r>
              <a:rPr kumimoji="1" lang="ja-JP" altLang="en-US" sz="900" dirty="0">
                <a:latin typeface="Meiryo UI" panose="020B0604030504040204" pitchFamily="50" charset="-128"/>
                <a:ea typeface="Meiryo UI" panose="020B0604030504040204" pitchFamily="50" charset="-128"/>
              </a:rPr>
              <a:t>（単位：千円）</a:t>
            </a:r>
          </a:p>
        </p:txBody>
      </p:sp>
    </p:spTree>
    <p:extLst>
      <p:ext uri="{BB962C8B-B14F-4D97-AF65-F5344CB8AC3E}">
        <p14:creationId xmlns:p14="http://schemas.microsoft.com/office/powerpoint/2010/main" val="2848686807"/>
      </p:ext>
    </p:extLst>
  </p:cSld>
  <p:clrMapOvr>
    <a:masterClrMapping/>
  </p:clrMapOvr>
</p:sld>
</file>

<file path=ppt/theme/theme1.xml><?xml version="1.0" encoding="utf-8"?>
<a:theme xmlns:a="http://schemas.openxmlformats.org/drawingml/2006/main" name="1_Template1">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1327</TotalTime>
  <Words>4398</Words>
  <Application>Microsoft Office PowerPoint</Application>
  <PresentationFormat>画面に合わせる (4:3)</PresentationFormat>
  <Paragraphs>564</Paragraphs>
  <Slides>10</Slides>
  <Notes>9</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10</vt:i4>
      </vt:variant>
    </vt:vector>
  </HeadingPairs>
  <TitlesOfParts>
    <vt:vector size="16" baseType="lpstr">
      <vt:lpstr>Meiryo UI</vt:lpstr>
      <vt:lpstr>Noto Sans Symbols</vt:lpstr>
      <vt:lpstr>游ゴシック</vt:lpstr>
      <vt:lpstr>Arial</vt:lpstr>
      <vt:lpstr>Trebuchet MS</vt:lpstr>
      <vt:lpstr>1_Template1</vt:lpstr>
      <vt:lpstr>PowerPoint プレゼンテーション</vt:lpstr>
      <vt:lpstr>PowerPoint プレゼンテーション</vt:lpstr>
      <vt:lpstr>確認事項</vt:lpstr>
      <vt:lpstr>分割対象資産の確認①</vt:lpstr>
      <vt:lpstr>分割対象資産の確認②</vt:lpstr>
      <vt:lpstr>会社分割スキームの前提整理</vt:lpstr>
      <vt:lpstr>分割後BSイメージ（2025年7月期BSベース）</vt:lpstr>
      <vt:lpstr>確認事項・要対応事項</vt:lpstr>
      <vt:lpstr>リスク事項に関する対応状況①</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日本M&amp;Aセンター</dc:creator>
  <cp:lastModifiedBy>田垣内 啓介</cp:lastModifiedBy>
  <cp:revision>27</cp:revision>
  <cp:lastPrinted>2026-07-13T11:25:43Z</cp:lastPrinted>
  <dcterms:created xsi:type="dcterms:W3CDTF">2010-02-03T05:21:11Z</dcterms:created>
  <dcterms:modified xsi:type="dcterms:W3CDTF">2026-07-15T12:27:39Z</dcterms:modified>
</cp:coreProperties>
</file>